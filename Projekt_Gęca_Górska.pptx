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7" r:id="rId5"/>
    <p:sldId id="258" r:id="rId6"/>
    <p:sldId id="272" r:id="rId7"/>
    <p:sldId id="270" r:id="rId8"/>
    <p:sldId id="279" r:id="rId9"/>
    <p:sldId id="267" r:id="rId10"/>
    <p:sldId id="273" r:id="rId11"/>
    <p:sldId id="275" r:id="rId12"/>
    <p:sldId id="276" r:id="rId13"/>
    <p:sldId id="263" r:id="rId14"/>
    <p:sldId id="277" r:id="rId15"/>
    <p:sldId id="278" r:id="rId16"/>
    <p:sldId id="264" r:id="rId17"/>
    <p:sldId id="262" r:id="rId18"/>
    <p:sldId id="274" r:id="rId19"/>
    <p:sldId id="266" r:id="rId2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9" autoAdjust="0"/>
    <p:restoredTop sz="94686"/>
  </p:normalViewPr>
  <p:slideViewPr>
    <p:cSldViewPr snapToGrid="0">
      <p:cViewPr>
        <p:scale>
          <a:sx n="93" d="100"/>
          <a:sy n="93" d="100"/>
        </p:scale>
        <p:origin x="144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618155-3309-4C48-B801-6966FAE51D62}" type="doc">
      <dgm:prSet loTypeId="urn:microsoft.com/office/officeart/2005/8/layout/process2" loCatId="process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pl-PL"/>
        </a:p>
      </dgm:t>
    </dgm:pt>
    <dgm:pt modelId="{9F03C1C4-D91C-46FB-834A-02A7E8E56618}">
      <dgm:prSet/>
      <dgm:spPr/>
      <dgm:t>
        <a:bodyPr/>
        <a:lstStyle/>
        <a:p>
          <a:r>
            <a:rPr lang="pl-PL" dirty="0" err="1"/>
            <a:t>Lowercase</a:t>
          </a:r>
          <a:endParaRPr lang="pl-PL" dirty="0"/>
        </a:p>
      </dgm:t>
    </dgm:pt>
    <dgm:pt modelId="{550009F9-3D76-4C20-983D-4AB94816F9C6}" type="parTrans" cxnId="{CA56C3CB-C10C-466B-B10D-9D416CEB06DD}">
      <dgm:prSet/>
      <dgm:spPr/>
      <dgm:t>
        <a:bodyPr/>
        <a:lstStyle/>
        <a:p>
          <a:endParaRPr lang="pl-PL"/>
        </a:p>
      </dgm:t>
    </dgm:pt>
    <dgm:pt modelId="{C3683159-1D0C-4BBD-8A57-3A82BBC722D0}" type="sibTrans" cxnId="{CA56C3CB-C10C-466B-B10D-9D416CEB06DD}">
      <dgm:prSet/>
      <dgm:spPr/>
      <dgm:t>
        <a:bodyPr/>
        <a:lstStyle/>
        <a:p>
          <a:endParaRPr lang="pl-PL"/>
        </a:p>
      </dgm:t>
    </dgm:pt>
    <dgm:pt modelId="{C377F67F-C637-4BB4-B02B-10D84C4BDEB9}">
      <dgm:prSet/>
      <dgm:spPr/>
      <dgm:t>
        <a:bodyPr/>
        <a:lstStyle/>
        <a:p>
          <a:r>
            <a:rPr lang="pl-PL" dirty="0"/>
            <a:t>TF-IDF + n-gramy</a:t>
          </a:r>
        </a:p>
      </dgm:t>
    </dgm:pt>
    <dgm:pt modelId="{9A9DA8FE-7567-44FB-8211-FB59EFEED6E9}" type="sibTrans" cxnId="{469CE812-F7EB-473D-9F78-56219295A04C}">
      <dgm:prSet/>
      <dgm:spPr/>
      <dgm:t>
        <a:bodyPr/>
        <a:lstStyle/>
        <a:p>
          <a:endParaRPr lang="pl-PL"/>
        </a:p>
      </dgm:t>
    </dgm:pt>
    <dgm:pt modelId="{4855928B-60FB-4DCE-B496-6B98050EE021}" type="parTrans" cxnId="{469CE812-F7EB-473D-9F78-56219295A04C}">
      <dgm:prSet/>
      <dgm:spPr/>
      <dgm:t>
        <a:bodyPr/>
        <a:lstStyle/>
        <a:p>
          <a:endParaRPr lang="pl-PL"/>
        </a:p>
      </dgm:t>
    </dgm:pt>
    <dgm:pt modelId="{CFDC12E2-3472-BC4C-BE10-39055AF56F66}">
      <dgm:prSet phldrT="[Tekst]"/>
      <dgm:spPr/>
      <dgm:t>
        <a:bodyPr/>
        <a:lstStyle/>
        <a:p>
          <a:r>
            <a:rPr lang="pl-PL" dirty="0"/>
            <a:t>Usunięcie znaków specjalnych</a:t>
          </a:r>
        </a:p>
      </dgm:t>
    </dgm:pt>
    <dgm:pt modelId="{80FD46B7-8712-824A-BEB0-B1584E99EFBD}" type="parTrans" cxnId="{856101F1-6971-8146-8BFF-24E3F3506FCD}">
      <dgm:prSet/>
      <dgm:spPr/>
      <dgm:t>
        <a:bodyPr/>
        <a:lstStyle/>
        <a:p>
          <a:endParaRPr lang="pl-PL"/>
        </a:p>
      </dgm:t>
    </dgm:pt>
    <dgm:pt modelId="{3A45B9AA-F979-FC46-A534-F1ADFD65F1F0}" type="sibTrans" cxnId="{856101F1-6971-8146-8BFF-24E3F3506FCD}">
      <dgm:prSet/>
      <dgm:spPr/>
      <dgm:t>
        <a:bodyPr/>
        <a:lstStyle/>
        <a:p>
          <a:endParaRPr lang="pl-PL"/>
        </a:p>
      </dgm:t>
    </dgm:pt>
    <dgm:pt modelId="{99609F4F-6101-E04A-A1DB-BDF8E1DFDCEE}">
      <dgm:prSet phldrT="[Tekst]"/>
      <dgm:spPr/>
      <dgm:t>
        <a:bodyPr/>
        <a:lstStyle/>
        <a:p>
          <a:r>
            <a:rPr lang="pl-PL" dirty="0"/>
            <a:t>Zastąpienie URL </a:t>
          </a:r>
          <a:r>
            <a:rPr lang="pl-PL" dirty="0" err="1"/>
            <a:t>tokenem</a:t>
          </a:r>
          <a:r>
            <a:rPr lang="pl-PL" dirty="0"/>
            <a:t> URL</a:t>
          </a:r>
        </a:p>
      </dgm:t>
    </dgm:pt>
    <dgm:pt modelId="{C4822F43-C934-D343-BD5A-34101542365D}" type="parTrans" cxnId="{374E9CD3-DE88-4145-82C4-713F004C55B4}">
      <dgm:prSet/>
      <dgm:spPr/>
      <dgm:t>
        <a:bodyPr/>
        <a:lstStyle/>
        <a:p>
          <a:endParaRPr lang="pl-PL"/>
        </a:p>
      </dgm:t>
    </dgm:pt>
    <dgm:pt modelId="{ECF4C505-8FCE-0940-BD3E-323EF2AC9D8C}" type="sibTrans" cxnId="{374E9CD3-DE88-4145-82C4-713F004C55B4}">
      <dgm:prSet/>
      <dgm:spPr/>
      <dgm:t>
        <a:bodyPr/>
        <a:lstStyle/>
        <a:p>
          <a:endParaRPr lang="pl-PL"/>
        </a:p>
      </dgm:t>
    </dgm:pt>
    <dgm:pt modelId="{C831961E-A07D-7047-9964-6CAE1505040F}">
      <dgm:prSet phldrT="[Tekst]"/>
      <dgm:spPr/>
      <dgm:t>
        <a:bodyPr/>
        <a:lstStyle/>
        <a:p>
          <a:r>
            <a:rPr lang="pl-PL" dirty="0"/>
            <a:t>Zastąpienie liczb </a:t>
          </a:r>
          <a:r>
            <a:rPr lang="pl-PL" dirty="0" err="1"/>
            <a:t>tokenem</a:t>
          </a:r>
          <a:r>
            <a:rPr lang="pl-PL" dirty="0"/>
            <a:t> NUMBER</a:t>
          </a:r>
        </a:p>
      </dgm:t>
    </dgm:pt>
    <dgm:pt modelId="{6A099369-E66B-A240-B357-CF22D6652878}" type="parTrans" cxnId="{C4255BBB-E5A1-8849-A6D0-AF1F4300AC5C}">
      <dgm:prSet/>
      <dgm:spPr/>
      <dgm:t>
        <a:bodyPr/>
        <a:lstStyle/>
        <a:p>
          <a:endParaRPr lang="pl-PL"/>
        </a:p>
      </dgm:t>
    </dgm:pt>
    <dgm:pt modelId="{C4D2183A-BE42-8E46-8D86-4F8245B6E787}" type="sibTrans" cxnId="{C4255BBB-E5A1-8849-A6D0-AF1F4300AC5C}">
      <dgm:prSet/>
      <dgm:spPr/>
      <dgm:t>
        <a:bodyPr/>
        <a:lstStyle/>
        <a:p>
          <a:endParaRPr lang="pl-PL"/>
        </a:p>
      </dgm:t>
    </dgm:pt>
    <dgm:pt modelId="{BAFDB0EF-E999-5944-AE63-BDAACEB5D763}">
      <dgm:prSet/>
      <dgm:spPr/>
      <dgm:t>
        <a:bodyPr/>
        <a:lstStyle/>
        <a:p>
          <a:r>
            <a:rPr lang="pl-PL" dirty="0" err="1"/>
            <a:t>Feature</a:t>
          </a:r>
          <a:r>
            <a:rPr lang="pl-PL" dirty="0"/>
            <a:t> Engineering</a:t>
          </a:r>
        </a:p>
      </dgm:t>
    </dgm:pt>
    <dgm:pt modelId="{4EC47632-75E2-DF44-B22A-C250FA1156C0}" type="parTrans" cxnId="{8ACEB553-12E9-AD4E-B5AE-9693BC180A35}">
      <dgm:prSet/>
      <dgm:spPr/>
      <dgm:t>
        <a:bodyPr/>
        <a:lstStyle/>
        <a:p>
          <a:endParaRPr lang="pl-PL"/>
        </a:p>
      </dgm:t>
    </dgm:pt>
    <dgm:pt modelId="{B0DDC076-B73D-504C-A7D4-C0EB3A13FEA5}" type="sibTrans" cxnId="{8ACEB553-12E9-AD4E-B5AE-9693BC180A35}">
      <dgm:prSet/>
      <dgm:spPr/>
      <dgm:t>
        <a:bodyPr/>
        <a:lstStyle/>
        <a:p>
          <a:endParaRPr lang="pl-PL"/>
        </a:p>
      </dgm:t>
    </dgm:pt>
    <dgm:pt modelId="{3917B351-7DF8-46ED-8B3A-8CE2522DD290}" type="pres">
      <dgm:prSet presAssocID="{05618155-3309-4C48-B801-6966FAE51D62}" presName="linearFlow" presStyleCnt="0">
        <dgm:presLayoutVars>
          <dgm:resizeHandles val="exact"/>
        </dgm:presLayoutVars>
      </dgm:prSet>
      <dgm:spPr/>
    </dgm:pt>
    <dgm:pt modelId="{23462A98-E496-42ED-B823-0BE6BF5F4522}" type="pres">
      <dgm:prSet presAssocID="{9F03C1C4-D91C-46FB-834A-02A7E8E56618}" presName="node" presStyleLbl="node1" presStyleIdx="0" presStyleCnt="6" custLinFactNeighborY="-13966">
        <dgm:presLayoutVars>
          <dgm:bulletEnabled val="1"/>
        </dgm:presLayoutVars>
      </dgm:prSet>
      <dgm:spPr/>
    </dgm:pt>
    <dgm:pt modelId="{FC9C2F8A-4687-4E02-B397-5CEB7180A1FA}" type="pres">
      <dgm:prSet presAssocID="{C3683159-1D0C-4BBD-8A57-3A82BBC722D0}" presName="sibTrans" presStyleLbl="sibTrans2D1" presStyleIdx="0" presStyleCnt="5"/>
      <dgm:spPr/>
    </dgm:pt>
    <dgm:pt modelId="{F7FCD7E9-216A-4403-A021-2E9D245EEC7D}" type="pres">
      <dgm:prSet presAssocID="{C3683159-1D0C-4BBD-8A57-3A82BBC722D0}" presName="connectorText" presStyleLbl="sibTrans2D1" presStyleIdx="0" presStyleCnt="5"/>
      <dgm:spPr/>
    </dgm:pt>
    <dgm:pt modelId="{64457C69-3147-8346-B431-0F056BFAEB0C}" type="pres">
      <dgm:prSet presAssocID="{CFDC12E2-3472-BC4C-BE10-39055AF56F66}" presName="node" presStyleLbl="node1" presStyleIdx="1" presStyleCnt="6">
        <dgm:presLayoutVars>
          <dgm:bulletEnabled val="1"/>
        </dgm:presLayoutVars>
      </dgm:prSet>
      <dgm:spPr/>
    </dgm:pt>
    <dgm:pt modelId="{64EA5C1C-EFF1-4744-9072-F1012C7C4F38}" type="pres">
      <dgm:prSet presAssocID="{3A45B9AA-F979-FC46-A534-F1ADFD65F1F0}" presName="sibTrans" presStyleLbl="sibTrans2D1" presStyleIdx="1" presStyleCnt="5"/>
      <dgm:spPr/>
    </dgm:pt>
    <dgm:pt modelId="{7EAA16F5-6790-AC46-854D-91CF5A583A9E}" type="pres">
      <dgm:prSet presAssocID="{3A45B9AA-F979-FC46-A534-F1ADFD65F1F0}" presName="connectorText" presStyleLbl="sibTrans2D1" presStyleIdx="1" presStyleCnt="5"/>
      <dgm:spPr/>
    </dgm:pt>
    <dgm:pt modelId="{E9584B50-0125-8647-B864-DA13AEA8B6C6}" type="pres">
      <dgm:prSet presAssocID="{99609F4F-6101-E04A-A1DB-BDF8E1DFDCEE}" presName="node" presStyleLbl="node1" presStyleIdx="2" presStyleCnt="6">
        <dgm:presLayoutVars>
          <dgm:bulletEnabled val="1"/>
        </dgm:presLayoutVars>
      </dgm:prSet>
      <dgm:spPr/>
    </dgm:pt>
    <dgm:pt modelId="{81F53E01-0B44-5545-BD99-3741BD5EF813}" type="pres">
      <dgm:prSet presAssocID="{ECF4C505-8FCE-0940-BD3E-323EF2AC9D8C}" presName="sibTrans" presStyleLbl="sibTrans2D1" presStyleIdx="2" presStyleCnt="5"/>
      <dgm:spPr/>
    </dgm:pt>
    <dgm:pt modelId="{8E3E6144-0F1E-6D47-88CF-B985D8B7932B}" type="pres">
      <dgm:prSet presAssocID="{ECF4C505-8FCE-0940-BD3E-323EF2AC9D8C}" presName="connectorText" presStyleLbl="sibTrans2D1" presStyleIdx="2" presStyleCnt="5"/>
      <dgm:spPr/>
    </dgm:pt>
    <dgm:pt modelId="{B992727D-C7BD-A347-BB8E-0D4A0F542CBC}" type="pres">
      <dgm:prSet presAssocID="{C831961E-A07D-7047-9964-6CAE1505040F}" presName="node" presStyleLbl="node1" presStyleIdx="3" presStyleCnt="6">
        <dgm:presLayoutVars>
          <dgm:bulletEnabled val="1"/>
        </dgm:presLayoutVars>
      </dgm:prSet>
      <dgm:spPr/>
    </dgm:pt>
    <dgm:pt modelId="{6B8999F7-775E-634B-B6AD-A33945FD9DD8}" type="pres">
      <dgm:prSet presAssocID="{C4D2183A-BE42-8E46-8D86-4F8245B6E787}" presName="sibTrans" presStyleLbl="sibTrans2D1" presStyleIdx="3" presStyleCnt="5"/>
      <dgm:spPr/>
    </dgm:pt>
    <dgm:pt modelId="{A1481FCA-4C35-3E42-BEB4-24E6CDFE1424}" type="pres">
      <dgm:prSet presAssocID="{C4D2183A-BE42-8E46-8D86-4F8245B6E787}" presName="connectorText" presStyleLbl="sibTrans2D1" presStyleIdx="3" presStyleCnt="5"/>
      <dgm:spPr/>
    </dgm:pt>
    <dgm:pt modelId="{FB52A7BE-C654-4E31-95C6-FC6B55EF3BED}" type="pres">
      <dgm:prSet presAssocID="{C377F67F-C637-4BB4-B02B-10D84C4BDEB9}" presName="node" presStyleLbl="node1" presStyleIdx="4" presStyleCnt="6">
        <dgm:presLayoutVars>
          <dgm:bulletEnabled val="1"/>
        </dgm:presLayoutVars>
      </dgm:prSet>
      <dgm:spPr/>
    </dgm:pt>
    <dgm:pt modelId="{7846E686-48B7-7040-8C09-7C51A0E85D74}" type="pres">
      <dgm:prSet presAssocID="{9A9DA8FE-7567-44FB-8211-FB59EFEED6E9}" presName="sibTrans" presStyleLbl="sibTrans2D1" presStyleIdx="4" presStyleCnt="5"/>
      <dgm:spPr/>
    </dgm:pt>
    <dgm:pt modelId="{756D9FC4-84FF-D54D-9BD8-2984E3286BC3}" type="pres">
      <dgm:prSet presAssocID="{9A9DA8FE-7567-44FB-8211-FB59EFEED6E9}" presName="connectorText" presStyleLbl="sibTrans2D1" presStyleIdx="4" presStyleCnt="5"/>
      <dgm:spPr/>
    </dgm:pt>
    <dgm:pt modelId="{239CF762-E978-CC4E-974F-7F5D39602AF7}" type="pres">
      <dgm:prSet presAssocID="{BAFDB0EF-E999-5944-AE63-BDAACEB5D763}" presName="node" presStyleLbl="node1" presStyleIdx="5" presStyleCnt="6">
        <dgm:presLayoutVars>
          <dgm:bulletEnabled val="1"/>
        </dgm:presLayoutVars>
      </dgm:prSet>
      <dgm:spPr/>
    </dgm:pt>
  </dgm:ptLst>
  <dgm:cxnLst>
    <dgm:cxn modelId="{8C323D0B-F253-764A-B94A-87E3D9ECBB6C}" type="presOf" srcId="{ECF4C505-8FCE-0940-BD3E-323EF2AC9D8C}" destId="{8E3E6144-0F1E-6D47-88CF-B985D8B7932B}" srcOrd="1" destOrd="0" presId="urn:microsoft.com/office/officeart/2005/8/layout/process2"/>
    <dgm:cxn modelId="{43A0E00F-D480-416E-B180-791FDDA1749E}" type="presOf" srcId="{C3683159-1D0C-4BBD-8A57-3A82BBC722D0}" destId="{F7FCD7E9-216A-4403-A021-2E9D245EEC7D}" srcOrd="1" destOrd="0" presId="urn:microsoft.com/office/officeart/2005/8/layout/process2"/>
    <dgm:cxn modelId="{469CE812-F7EB-473D-9F78-56219295A04C}" srcId="{05618155-3309-4C48-B801-6966FAE51D62}" destId="{C377F67F-C637-4BB4-B02B-10D84C4BDEB9}" srcOrd="4" destOrd="0" parTransId="{4855928B-60FB-4DCE-B496-6B98050EE021}" sibTransId="{9A9DA8FE-7567-44FB-8211-FB59EFEED6E9}"/>
    <dgm:cxn modelId="{FE4DDA18-7254-0146-A9DD-547FB6FE5714}" type="presOf" srcId="{C4D2183A-BE42-8E46-8D86-4F8245B6E787}" destId="{6B8999F7-775E-634B-B6AD-A33945FD9DD8}" srcOrd="0" destOrd="0" presId="urn:microsoft.com/office/officeart/2005/8/layout/process2"/>
    <dgm:cxn modelId="{BA4A2D2F-C92E-45D2-BD93-6DACE90AF917}" type="presOf" srcId="{05618155-3309-4C48-B801-6966FAE51D62}" destId="{3917B351-7DF8-46ED-8B3A-8CE2522DD290}" srcOrd="0" destOrd="0" presId="urn:microsoft.com/office/officeart/2005/8/layout/process2"/>
    <dgm:cxn modelId="{DF933C36-D623-724D-89DE-C6AFAF00053D}" type="presOf" srcId="{99609F4F-6101-E04A-A1DB-BDF8E1DFDCEE}" destId="{E9584B50-0125-8647-B864-DA13AEA8B6C6}" srcOrd="0" destOrd="0" presId="urn:microsoft.com/office/officeart/2005/8/layout/process2"/>
    <dgm:cxn modelId="{94FB3742-DFC3-FB43-8C3E-B9F454236607}" type="presOf" srcId="{3A45B9AA-F979-FC46-A534-F1ADFD65F1F0}" destId="{7EAA16F5-6790-AC46-854D-91CF5A583A9E}" srcOrd="1" destOrd="0" presId="urn:microsoft.com/office/officeart/2005/8/layout/process2"/>
    <dgm:cxn modelId="{8ACEB553-12E9-AD4E-B5AE-9693BC180A35}" srcId="{05618155-3309-4C48-B801-6966FAE51D62}" destId="{BAFDB0EF-E999-5944-AE63-BDAACEB5D763}" srcOrd="5" destOrd="0" parTransId="{4EC47632-75E2-DF44-B22A-C250FA1156C0}" sibTransId="{B0DDC076-B73D-504C-A7D4-C0EB3A13FEA5}"/>
    <dgm:cxn modelId="{AB1B2464-260A-6545-92A8-A59BF79AA89C}" type="presOf" srcId="{C831961E-A07D-7047-9964-6CAE1505040F}" destId="{B992727D-C7BD-A347-BB8E-0D4A0F542CBC}" srcOrd="0" destOrd="0" presId="urn:microsoft.com/office/officeart/2005/8/layout/process2"/>
    <dgm:cxn modelId="{8074146B-CA3D-CC43-9298-C2DFED33067C}" type="presOf" srcId="{C4D2183A-BE42-8E46-8D86-4F8245B6E787}" destId="{A1481FCA-4C35-3E42-BEB4-24E6CDFE1424}" srcOrd="1" destOrd="0" presId="urn:microsoft.com/office/officeart/2005/8/layout/process2"/>
    <dgm:cxn modelId="{5FA54A88-E7CD-1642-B553-43FB913DBED3}" type="presOf" srcId="{9A9DA8FE-7567-44FB-8211-FB59EFEED6E9}" destId="{7846E686-48B7-7040-8C09-7C51A0E85D74}" srcOrd="0" destOrd="0" presId="urn:microsoft.com/office/officeart/2005/8/layout/process2"/>
    <dgm:cxn modelId="{10543094-EE5D-46B1-B666-94EE26134631}" type="presOf" srcId="{C3683159-1D0C-4BBD-8A57-3A82BBC722D0}" destId="{FC9C2F8A-4687-4E02-B397-5CEB7180A1FA}" srcOrd="0" destOrd="0" presId="urn:microsoft.com/office/officeart/2005/8/layout/process2"/>
    <dgm:cxn modelId="{2E8D50A5-73C8-2A4F-A110-3DF5AD5F07DB}" type="presOf" srcId="{CFDC12E2-3472-BC4C-BE10-39055AF56F66}" destId="{64457C69-3147-8346-B431-0F056BFAEB0C}" srcOrd="0" destOrd="0" presId="urn:microsoft.com/office/officeart/2005/8/layout/process2"/>
    <dgm:cxn modelId="{364DF4A9-0A91-B94B-A515-CA1AC68FEE30}" type="presOf" srcId="{9A9DA8FE-7567-44FB-8211-FB59EFEED6E9}" destId="{756D9FC4-84FF-D54D-9BD8-2984E3286BC3}" srcOrd="1" destOrd="0" presId="urn:microsoft.com/office/officeart/2005/8/layout/process2"/>
    <dgm:cxn modelId="{C4255BBB-E5A1-8849-A6D0-AF1F4300AC5C}" srcId="{05618155-3309-4C48-B801-6966FAE51D62}" destId="{C831961E-A07D-7047-9964-6CAE1505040F}" srcOrd="3" destOrd="0" parTransId="{6A099369-E66B-A240-B357-CF22D6652878}" sibTransId="{C4D2183A-BE42-8E46-8D86-4F8245B6E787}"/>
    <dgm:cxn modelId="{10DD44C9-9ECB-8B40-B3B9-E04984AB9A31}" type="presOf" srcId="{BAFDB0EF-E999-5944-AE63-BDAACEB5D763}" destId="{239CF762-E978-CC4E-974F-7F5D39602AF7}" srcOrd="0" destOrd="0" presId="urn:microsoft.com/office/officeart/2005/8/layout/process2"/>
    <dgm:cxn modelId="{CA56C3CB-C10C-466B-B10D-9D416CEB06DD}" srcId="{05618155-3309-4C48-B801-6966FAE51D62}" destId="{9F03C1C4-D91C-46FB-834A-02A7E8E56618}" srcOrd="0" destOrd="0" parTransId="{550009F9-3D76-4C20-983D-4AB94816F9C6}" sibTransId="{C3683159-1D0C-4BBD-8A57-3A82BBC722D0}"/>
    <dgm:cxn modelId="{3C3C74CD-CE3B-CF40-95E1-F0221A282CCD}" type="presOf" srcId="{ECF4C505-8FCE-0940-BD3E-323EF2AC9D8C}" destId="{81F53E01-0B44-5545-BD99-3741BD5EF813}" srcOrd="0" destOrd="0" presId="urn:microsoft.com/office/officeart/2005/8/layout/process2"/>
    <dgm:cxn modelId="{374E9CD3-DE88-4145-82C4-713F004C55B4}" srcId="{05618155-3309-4C48-B801-6966FAE51D62}" destId="{99609F4F-6101-E04A-A1DB-BDF8E1DFDCEE}" srcOrd="2" destOrd="0" parTransId="{C4822F43-C934-D343-BD5A-34101542365D}" sibTransId="{ECF4C505-8FCE-0940-BD3E-323EF2AC9D8C}"/>
    <dgm:cxn modelId="{856101F1-6971-8146-8BFF-24E3F3506FCD}" srcId="{05618155-3309-4C48-B801-6966FAE51D62}" destId="{CFDC12E2-3472-BC4C-BE10-39055AF56F66}" srcOrd="1" destOrd="0" parTransId="{80FD46B7-8712-824A-BEB0-B1584E99EFBD}" sibTransId="{3A45B9AA-F979-FC46-A534-F1ADFD65F1F0}"/>
    <dgm:cxn modelId="{06D1E8F3-F51D-4788-AF3A-59C8F1469205}" type="presOf" srcId="{C377F67F-C637-4BB4-B02B-10D84C4BDEB9}" destId="{FB52A7BE-C654-4E31-95C6-FC6B55EF3BED}" srcOrd="0" destOrd="0" presId="urn:microsoft.com/office/officeart/2005/8/layout/process2"/>
    <dgm:cxn modelId="{8247C6F5-72BF-4D41-BBA2-5DB8502783B1}" type="presOf" srcId="{3A45B9AA-F979-FC46-A534-F1ADFD65F1F0}" destId="{64EA5C1C-EFF1-4744-9072-F1012C7C4F38}" srcOrd="0" destOrd="0" presId="urn:microsoft.com/office/officeart/2005/8/layout/process2"/>
    <dgm:cxn modelId="{3E987DFF-06FB-4A9E-BA39-2326347A7891}" type="presOf" srcId="{9F03C1C4-D91C-46FB-834A-02A7E8E56618}" destId="{23462A98-E496-42ED-B823-0BE6BF5F4522}" srcOrd="0" destOrd="0" presId="urn:microsoft.com/office/officeart/2005/8/layout/process2"/>
    <dgm:cxn modelId="{86DF88D5-B014-4D1F-BA36-6D4AE0850952}" type="presParOf" srcId="{3917B351-7DF8-46ED-8B3A-8CE2522DD290}" destId="{23462A98-E496-42ED-B823-0BE6BF5F4522}" srcOrd="0" destOrd="0" presId="urn:microsoft.com/office/officeart/2005/8/layout/process2"/>
    <dgm:cxn modelId="{2DD34E53-E0F7-4E12-AAE7-1B7BBC011479}" type="presParOf" srcId="{3917B351-7DF8-46ED-8B3A-8CE2522DD290}" destId="{FC9C2F8A-4687-4E02-B397-5CEB7180A1FA}" srcOrd="1" destOrd="0" presId="urn:microsoft.com/office/officeart/2005/8/layout/process2"/>
    <dgm:cxn modelId="{E90C9085-0D72-44B6-A22F-C9C4AAA683D3}" type="presParOf" srcId="{FC9C2F8A-4687-4E02-B397-5CEB7180A1FA}" destId="{F7FCD7E9-216A-4403-A021-2E9D245EEC7D}" srcOrd="0" destOrd="0" presId="urn:microsoft.com/office/officeart/2005/8/layout/process2"/>
    <dgm:cxn modelId="{543D1F19-9E3F-B445-BC34-57DBA5DD27D9}" type="presParOf" srcId="{3917B351-7DF8-46ED-8B3A-8CE2522DD290}" destId="{64457C69-3147-8346-B431-0F056BFAEB0C}" srcOrd="2" destOrd="0" presId="urn:microsoft.com/office/officeart/2005/8/layout/process2"/>
    <dgm:cxn modelId="{7F61482F-D903-5B4B-9345-757CD5D57914}" type="presParOf" srcId="{3917B351-7DF8-46ED-8B3A-8CE2522DD290}" destId="{64EA5C1C-EFF1-4744-9072-F1012C7C4F38}" srcOrd="3" destOrd="0" presId="urn:microsoft.com/office/officeart/2005/8/layout/process2"/>
    <dgm:cxn modelId="{5DB458B4-473C-7645-AA5F-201022C7D635}" type="presParOf" srcId="{64EA5C1C-EFF1-4744-9072-F1012C7C4F38}" destId="{7EAA16F5-6790-AC46-854D-91CF5A583A9E}" srcOrd="0" destOrd="0" presId="urn:microsoft.com/office/officeart/2005/8/layout/process2"/>
    <dgm:cxn modelId="{46622AA7-32E2-534F-A9A6-277D26861D06}" type="presParOf" srcId="{3917B351-7DF8-46ED-8B3A-8CE2522DD290}" destId="{E9584B50-0125-8647-B864-DA13AEA8B6C6}" srcOrd="4" destOrd="0" presId="urn:microsoft.com/office/officeart/2005/8/layout/process2"/>
    <dgm:cxn modelId="{ED22C1C8-40DA-8E49-BEEA-7FF37095EE12}" type="presParOf" srcId="{3917B351-7DF8-46ED-8B3A-8CE2522DD290}" destId="{81F53E01-0B44-5545-BD99-3741BD5EF813}" srcOrd="5" destOrd="0" presId="urn:microsoft.com/office/officeart/2005/8/layout/process2"/>
    <dgm:cxn modelId="{BD3140EB-F6A3-F44C-81E5-F559392FDA5F}" type="presParOf" srcId="{81F53E01-0B44-5545-BD99-3741BD5EF813}" destId="{8E3E6144-0F1E-6D47-88CF-B985D8B7932B}" srcOrd="0" destOrd="0" presId="urn:microsoft.com/office/officeart/2005/8/layout/process2"/>
    <dgm:cxn modelId="{13610BB9-E032-B544-B090-99B12545EDA1}" type="presParOf" srcId="{3917B351-7DF8-46ED-8B3A-8CE2522DD290}" destId="{B992727D-C7BD-A347-BB8E-0D4A0F542CBC}" srcOrd="6" destOrd="0" presId="urn:microsoft.com/office/officeart/2005/8/layout/process2"/>
    <dgm:cxn modelId="{DDDA950B-56C5-4A4B-AB61-8003975613F8}" type="presParOf" srcId="{3917B351-7DF8-46ED-8B3A-8CE2522DD290}" destId="{6B8999F7-775E-634B-B6AD-A33945FD9DD8}" srcOrd="7" destOrd="0" presId="urn:microsoft.com/office/officeart/2005/8/layout/process2"/>
    <dgm:cxn modelId="{7A7DE4C8-D98E-C842-AD28-7953B4BC0C20}" type="presParOf" srcId="{6B8999F7-775E-634B-B6AD-A33945FD9DD8}" destId="{A1481FCA-4C35-3E42-BEB4-24E6CDFE1424}" srcOrd="0" destOrd="0" presId="urn:microsoft.com/office/officeart/2005/8/layout/process2"/>
    <dgm:cxn modelId="{2D4FA768-0095-4F57-A9A6-1EA9A02BF11C}" type="presParOf" srcId="{3917B351-7DF8-46ED-8B3A-8CE2522DD290}" destId="{FB52A7BE-C654-4E31-95C6-FC6B55EF3BED}" srcOrd="8" destOrd="0" presId="urn:microsoft.com/office/officeart/2005/8/layout/process2"/>
    <dgm:cxn modelId="{4DE19BE0-B989-694B-839E-BF3561BA743B}" type="presParOf" srcId="{3917B351-7DF8-46ED-8B3A-8CE2522DD290}" destId="{7846E686-48B7-7040-8C09-7C51A0E85D74}" srcOrd="9" destOrd="0" presId="urn:microsoft.com/office/officeart/2005/8/layout/process2"/>
    <dgm:cxn modelId="{6346CD65-12C6-4147-9626-5D5133E6D5BD}" type="presParOf" srcId="{7846E686-48B7-7040-8C09-7C51A0E85D74}" destId="{756D9FC4-84FF-D54D-9BD8-2984E3286BC3}" srcOrd="0" destOrd="0" presId="urn:microsoft.com/office/officeart/2005/8/layout/process2"/>
    <dgm:cxn modelId="{232C4589-8C1A-E844-BAA9-4FF3D767D7F3}" type="presParOf" srcId="{3917B351-7DF8-46ED-8B3A-8CE2522DD290}" destId="{239CF762-E978-CC4E-974F-7F5D39602AF7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39E80D-CE6A-41E9-AAEA-9FA158041DA7}" type="doc">
      <dgm:prSet loTypeId="urn:microsoft.com/office/officeart/2005/8/layout/process1" loCatId="process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pl-PL"/>
        </a:p>
      </dgm:t>
    </dgm:pt>
    <dgm:pt modelId="{FF9496A6-9D6A-48DB-B0CC-4663041C7541}">
      <dgm:prSet phldrT="[Tekst]" phldr="0"/>
      <dgm:spPr/>
      <dgm:t>
        <a:bodyPr/>
        <a:lstStyle/>
        <a:p>
          <a:r>
            <a:rPr lang="pl-PL" dirty="0"/>
            <a:t>SMS</a:t>
          </a:r>
        </a:p>
      </dgm:t>
    </dgm:pt>
    <dgm:pt modelId="{CBC602B4-BB38-4642-9321-2C0623926A94}" type="parTrans" cxnId="{4D63D74C-D9C0-405B-92C0-E2A768E03D96}">
      <dgm:prSet/>
      <dgm:spPr/>
      <dgm:t>
        <a:bodyPr/>
        <a:lstStyle/>
        <a:p>
          <a:endParaRPr lang="pl-PL"/>
        </a:p>
      </dgm:t>
    </dgm:pt>
    <dgm:pt modelId="{40EE0257-998D-45D9-836E-FADD3979DE04}" type="sibTrans" cxnId="{4D63D74C-D9C0-405B-92C0-E2A768E03D96}">
      <dgm:prSet/>
      <dgm:spPr/>
      <dgm:t>
        <a:bodyPr/>
        <a:lstStyle/>
        <a:p>
          <a:endParaRPr lang="pl-PL"/>
        </a:p>
      </dgm:t>
    </dgm:pt>
    <dgm:pt modelId="{A9B52414-6D20-4291-8675-8AAEBC73B77D}">
      <dgm:prSet phldrT="[Tekst]" phldr="0"/>
      <dgm:spPr/>
      <dgm:t>
        <a:bodyPr/>
        <a:lstStyle/>
        <a:p>
          <a:r>
            <a:rPr lang="pl-PL" dirty="0"/>
            <a:t>Modele klasyfikacyjne</a:t>
          </a:r>
        </a:p>
      </dgm:t>
    </dgm:pt>
    <dgm:pt modelId="{7927F1BE-8B2D-4567-BA06-857128DD8F87}" type="parTrans" cxnId="{F5929639-9396-497F-9A57-F8F2641D81BF}">
      <dgm:prSet/>
      <dgm:spPr/>
      <dgm:t>
        <a:bodyPr/>
        <a:lstStyle/>
        <a:p>
          <a:endParaRPr lang="pl-PL"/>
        </a:p>
      </dgm:t>
    </dgm:pt>
    <dgm:pt modelId="{4A6E43EF-888E-4710-A2B1-EB5B593783B2}" type="sibTrans" cxnId="{F5929639-9396-497F-9A57-F8F2641D81BF}">
      <dgm:prSet/>
      <dgm:spPr/>
      <dgm:t>
        <a:bodyPr/>
        <a:lstStyle/>
        <a:p>
          <a:endParaRPr lang="pl-PL"/>
        </a:p>
      </dgm:t>
    </dgm:pt>
    <dgm:pt modelId="{CC2EF76E-462C-46AF-BD82-FD5D4FC59222}">
      <dgm:prSet phldrT="[Tekst]" phldr="0"/>
      <dgm:spPr/>
      <dgm:t>
        <a:bodyPr/>
        <a:lstStyle/>
        <a:p>
          <a:r>
            <a:rPr lang="pl-PL"/>
            <a:t>Predykcja</a:t>
          </a:r>
          <a:endParaRPr lang="pl-PL" dirty="0"/>
        </a:p>
      </dgm:t>
    </dgm:pt>
    <dgm:pt modelId="{AE169450-C21D-44F7-A654-1475722190C6}" type="parTrans" cxnId="{EBBD2F4E-D2C5-4485-84AF-1C63B5795280}">
      <dgm:prSet/>
      <dgm:spPr/>
      <dgm:t>
        <a:bodyPr/>
        <a:lstStyle/>
        <a:p>
          <a:endParaRPr lang="pl-PL"/>
        </a:p>
      </dgm:t>
    </dgm:pt>
    <dgm:pt modelId="{34B1DEEC-110D-4D34-A0F9-CC4AE172184F}" type="sibTrans" cxnId="{EBBD2F4E-D2C5-4485-84AF-1C63B5795280}">
      <dgm:prSet/>
      <dgm:spPr/>
      <dgm:t>
        <a:bodyPr/>
        <a:lstStyle/>
        <a:p>
          <a:endParaRPr lang="pl-PL"/>
        </a:p>
      </dgm:t>
    </dgm:pt>
    <dgm:pt modelId="{9B221423-88F1-C840-A3DB-C3C0DA0CDAA0}">
      <dgm:prSet phldrT="[Tekst]" phldr="0"/>
      <dgm:spPr/>
      <dgm:t>
        <a:bodyPr/>
        <a:lstStyle/>
        <a:p>
          <a:r>
            <a:rPr lang="pl-PL" dirty="0" err="1"/>
            <a:t>Preprocessing</a:t>
          </a:r>
          <a:endParaRPr lang="pl-PL" dirty="0"/>
        </a:p>
      </dgm:t>
    </dgm:pt>
    <dgm:pt modelId="{703BA26F-4392-8F4A-9652-F132E2784443}" type="parTrans" cxnId="{AE589779-391A-E042-B5AA-1D29A7C20E53}">
      <dgm:prSet/>
      <dgm:spPr/>
      <dgm:t>
        <a:bodyPr/>
        <a:lstStyle/>
        <a:p>
          <a:endParaRPr lang="pl-PL"/>
        </a:p>
      </dgm:t>
    </dgm:pt>
    <dgm:pt modelId="{A3793FFB-234B-F147-8F8A-CA63C8891D24}" type="sibTrans" cxnId="{AE589779-391A-E042-B5AA-1D29A7C20E53}">
      <dgm:prSet/>
      <dgm:spPr/>
      <dgm:t>
        <a:bodyPr/>
        <a:lstStyle/>
        <a:p>
          <a:endParaRPr lang="pl-PL"/>
        </a:p>
      </dgm:t>
    </dgm:pt>
    <dgm:pt modelId="{77C3F082-7027-2D4D-A3F4-C6182B1FEFE8}">
      <dgm:prSet phldrT="[Tekst]" phldr="0"/>
      <dgm:spPr/>
      <dgm:t>
        <a:bodyPr/>
        <a:lstStyle/>
        <a:p>
          <a:r>
            <a:rPr lang="pl-PL" dirty="0"/>
            <a:t>TF-IDF</a:t>
          </a:r>
        </a:p>
      </dgm:t>
    </dgm:pt>
    <dgm:pt modelId="{25231300-CAAD-2641-9167-359F6B83467F}" type="parTrans" cxnId="{1F53260C-A47F-DF44-8EE3-8D077B54F44D}">
      <dgm:prSet/>
      <dgm:spPr/>
      <dgm:t>
        <a:bodyPr/>
        <a:lstStyle/>
        <a:p>
          <a:endParaRPr lang="pl-PL"/>
        </a:p>
      </dgm:t>
    </dgm:pt>
    <dgm:pt modelId="{5B6382E1-F351-ED4E-AE4B-3EBD881627DA}" type="sibTrans" cxnId="{1F53260C-A47F-DF44-8EE3-8D077B54F44D}">
      <dgm:prSet/>
      <dgm:spPr/>
      <dgm:t>
        <a:bodyPr/>
        <a:lstStyle/>
        <a:p>
          <a:endParaRPr lang="pl-PL"/>
        </a:p>
      </dgm:t>
    </dgm:pt>
    <dgm:pt modelId="{E1DA548D-B6FA-A34B-B6D9-049626287D50}">
      <dgm:prSet phldrT="[Tekst]" phldr="0"/>
      <dgm:spPr/>
      <dgm:t>
        <a:bodyPr/>
        <a:lstStyle/>
        <a:p>
          <a:r>
            <a:rPr lang="pl-PL" dirty="0" err="1"/>
            <a:t>Feature</a:t>
          </a:r>
          <a:r>
            <a:rPr lang="pl-PL" dirty="0"/>
            <a:t> Engineering</a:t>
          </a:r>
        </a:p>
      </dgm:t>
    </dgm:pt>
    <dgm:pt modelId="{30FB953B-9F53-A741-B83B-CE15D361300C}" type="parTrans" cxnId="{FF3A23D4-4ACC-BE44-B2EC-6FA087B27C0E}">
      <dgm:prSet/>
      <dgm:spPr/>
      <dgm:t>
        <a:bodyPr/>
        <a:lstStyle/>
        <a:p>
          <a:endParaRPr lang="pl-PL"/>
        </a:p>
      </dgm:t>
    </dgm:pt>
    <dgm:pt modelId="{E0680565-D81D-7744-9953-13C5852A2DF7}" type="sibTrans" cxnId="{FF3A23D4-4ACC-BE44-B2EC-6FA087B27C0E}">
      <dgm:prSet/>
      <dgm:spPr/>
      <dgm:t>
        <a:bodyPr/>
        <a:lstStyle/>
        <a:p>
          <a:endParaRPr lang="pl-PL"/>
        </a:p>
      </dgm:t>
    </dgm:pt>
    <dgm:pt modelId="{B90953F9-BD58-4641-AD65-3BFD7DD91389}" type="pres">
      <dgm:prSet presAssocID="{5E39E80D-CE6A-41E9-AAEA-9FA158041DA7}" presName="Name0" presStyleCnt="0">
        <dgm:presLayoutVars>
          <dgm:dir/>
          <dgm:resizeHandles val="exact"/>
        </dgm:presLayoutVars>
      </dgm:prSet>
      <dgm:spPr/>
    </dgm:pt>
    <dgm:pt modelId="{C8AB203C-652E-4047-9821-0F7C412D4B4D}" type="pres">
      <dgm:prSet presAssocID="{FF9496A6-9D6A-48DB-B0CC-4663041C7541}" presName="node" presStyleLbl="node1" presStyleIdx="0" presStyleCnt="6">
        <dgm:presLayoutVars>
          <dgm:bulletEnabled val="1"/>
        </dgm:presLayoutVars>
      </dgm:prSet>
      <dgm:spPr/>
    </dgm:pt>
    <dgm:pt modelId="{B209094C-AEA9-4BAB-98C4-4B4C80F4787D}" type="pres">
      <dgm:prSet presAssocID="{40EE0257-998D-45D9-836E-FADD3979DE04}" presName="sibTrans" presStyleLbl="sibTrans2D1" presStyleIdx="0" presStyleCnt="5"/>
      <dgm:spPr/>
    </dgm:pt>
    <dgm:pt modelId="{0295A28B-F3FF-431B-9151-280795C0D7A6}" type="pres">
      <dgm:prSet presAssocID="{40EE0257-998D-45D9-836E-FADD3979DE04}" presName="connectorText" presStyleLbl="sibTrans2D1" presStyleIdx="0" presStyleCnt="5"/>
      <dgm:spPr/>
    </dgm:pt>
    <dgm:pt modelId="{789A0116-A32B-D445-A4EC-704F131C8235}" type="pres">
      <dgm:prSet presAssocID="{9B221423-88F1-C840-A3DB-C3C0DA0CDAA0}" presName="node" presStyleLbl="node1" presStyleIdx="1" presStyleCnt="6">
        <dgm:presLayoutVars>
          <dgm:bulletEnabled val="1"/>
        </dgm:presLayoutVars>
      </dgm:prSet>
      <dgm:spPr/>
    </dgm:pt>
    <dgm:pt modelId="{115DB5B5-36FE-8047-9A51-0C2B3BF3FEE1}" type="pres">
      <dgm:prSet presAssocID="{A3793FFB-234B-F147-8F8A-CA63C8891D24}" presName="sibTrans" presStyleLbl="sibTrans2D1" presStyleIdx="1" presStyleCnt="5"/>
      <dgm:spPr/>
    </dgm:pt>
    <dgm:pt modelId="{02BCE9F0-A60C-F943-B43C-888EF6E563BD}" type="pres">
      <dgm:prSet presAssocID="{A3793FFB-234B-F147-8F8A-CA63C8891D24}" presName="connectorText" presStyleLbl="sibTrans2D1" presStyleIdx="1" presStyleCnt="5"/>
      <dgm:spPr/>
    </dgm:pt>
    <dgm:pt modelId="{5AD96790-8BDB-B344-A9A0-2A23FA01C99E}" type="pres">
      <dgm:prSet presAssocID="{E1DA548D-B6FA-A34B-B6D9-049626287D50}" presName="node" presStyleLbl="node1" presStyleIdx="2" presStyleCnt="6">
        <dgm:presLayoutVars>
          <dgm:bulletEnabled val="1"/>
        </dgm:presLayoutVars>
      </dgm:prSet>
      <dgm:spPr/>
    </dgm:pt>
    <dgm:pt modelId="{F0DDDC64-A74D-F84B-9195-53F6F38687D7}" type="pres">
      <dgm:prSet presAssocID="{E0680565-D81D-7744-9953-13C5852A2DF7}" presName="sibTrans" presStyleLbl="sibTrans2D1" presStyleIdx="2" presStyleCnt="5"/>
      <dgm:spPr/>
    </dgm:pt>
    <dgm:pt modelId="{FB007DE3-C7B4-7348-A95E-A44A8DAE65B7}" type="pres">
      <dgm:prSet presAssocID="{E0680565-D81D-7744-9953-13C5852A2DF7}" presName="connectorText" presStyleLbl="sibTrans2D1" presStyleIdx="2" presStyleCnt="5"/>
      <dgm:spPr/>
    </dgm:pt>
    <dgm:pt modelId="{8EBAC5AA-7628-E848-9CAA-39B29891A9A2}" type="pres">
      <dgm:prSet presAssocID="{77C3F082-7027-2D4D-A3F4-C6182B1FEFE8}" presName="node" presStyleLbl="node1" presStyleIdx="3" presStyleCnt="6">
        <dgm:presLayoutVars>
          <dgm:bulletEnabled val="1"/>
        </dgm:presLayoutVars>
      </dgm:prSet>
      <dgm:spPr/>
    </dgm:pt>
    <dgm:pt modelId="{3F762C9F-93D5-F94E-B4AB-11EFD4ABB624}" type="pres">
      <dgm:prSet presAssocID="{5B6382E1-F351-ED4E-AE4B-3EBD881627DA}" presName="sibTrans" presStyleLbl="sibTrans2D1" presStyleIdx="3" presStyleCnt="5"/>
      <dgm:spPr/>
    </dgm:pt>
    <dgm:pt modelId="{FBBF73F4-4F77-ED41-A36E-E79DDDAF8068}" type="pres">
      <dgm:prSet presAssocID="{5B6382E1-F351-ED4E-AE4B-3EBD881627DA}" presName="connectorText" presStyleLbl="sibTrans2D1" presStyleIdx="3" presStyleCnt="5"/>
      <dgm:spPr/>
    </dgm:pt>
    <dgm:pt modelId="{B19B1FD3-764C-49CC-9DA9-E4CD4DF2AEA7}" type="pres">
      <dgm:prSet presAssocID="{A9B52414-6D20-4291-8675-8AAEBC73B77D}" presName="node" presStyleLbl="node1" presStyleIdx="4" presStyleCnt="6">
        <dgm:presLayoutVars>
          <dgm:bulletEnabled val="1"/>
        </dgm:presLayoutVars>
      </dgm:prSet>
      <dgm:spPr/>
    </dgm:pt>
    <dgm:pt modelId="{04561B16-60FA-4438-B6F5-A259B88C951F}" type="pres">
      <dgm:prSet presAssocID="{4A6E43EF-888E-4710-A2B1-EB5B593783B2}" presName="sibTrans" presStyleLbl="sibTrans2D1" presStyleIdx="4" presStyleCnt="5"/>
      <dgm:spPr/>
    </dgm:pt>
    <dgm:pt modelId="{7DBBA627-4EFF-4E3E-8B78-3D3075D170FA}" type="pres">
      <dgm:prSet presAssocID="{4A6E43EF-888E-4710-A2B1-EB5B593783B2}" presName="connectorText" presStyleLbl="sibTrans2D1" presStyleIdx="4" presStyleCnt="5"/>
      <dgm:spPr/>
    </dgm:pt>
    <dgm:pt modelId="{322149E8-2C5E-4F0F-9D3F-0BCD9734CFB5}" type="pres">
      <dgm:prSet presAssocID="{CC2EF76E-462C-46AF-BD82-FD5D4FC59222}" presName="node" presStyleLbl="node1" presStyleIdx="5" presStyleCnt="6">
        <dgm:presLayoutVars>
          <dgm:bulletEnabled val="1"/>
        </dgm:presLayoutVars>
      </dgm:prSet>
      <dgm:spPr/>
    </dgm:pt>
  </dgm:ptLst>
  <dgm:cxnLst>
    <dgm:cxn modelId="{9C5F6807-8745-D844-80F1-64380487D82E}" type="presOf" srcId="{5B6382E1-F351-ED4E-AE4B-3EBD881627DA}" destId="{3F762C9F-93D5-F94E-B4AB-11EFD4ABB624}" srcOrd="0" destOrd="0" presId="urn:microsoft.com/office/officeart/2005/8/layout/process1"/>
    <dgm:cxn modelId="{1F53260C-A47F-DF44-8EE3-8D077B54F44D}" srcId="{5E39E80D-CE6A-41E9-AAEA-9FA158041DA7}" destId="{77C3F082-7027-2D4D-A3F4-C6182B1FEFE8}" srcOrd="3" destOrd="0" parTransId="{25231300-CAAD-2641-9167-359F6B83467F}" sibTransId="{5B6382E1-F351-ED4E-AE4B-3EBD881627DA}"/>
    <dgm:cxn modelId="{E246FC0C-A8E0-BE47-8DC2-A22F0FA26C18}" type="presOf" srcId="{77C3F082-7027-2D4D-A3F4-C6182B1FEFE8}" destId="{8EBAC5AA-7628-E848-9CAA-39B29891A9A2}" srcOrd="0" destOrd="0" presId="urn:microsoft.com/office/officeart/2005/8/layout/process1"/>
    <dgm:cxn modelId="{FBD4FA37-C0BA-DC42-8B92-FCCB48743AB5}" type="presOf" srcId="{A3793FFB-234B-F147-8F8A-CA63C8891D24}" destId="{115DB5B5-36FE-8047-9A51-0C2B3BF3FEE1}" srcOrd="0" destOrd="0" presId="urn:microsoft.com/office/officeart/2005/8/layout/process1"/>
    <dgm:cxn modelId="{F5929639-9396-497F-9A57-F8F2641D81BF}" srcId="{5E39E80D-CE6A-41E9-AAEA-9FA158041DA7}" destId="{A9B52414-6D20-4291-8675-8AAEBC73B77D}" srcOrd="4" destOrd="0" parTransId="{7927F1BE-8B2D-4567-BA06-857128DD8F87}" sibTransId="{4A6E43EF-888E-4710-A2B1-EB5B593783B2}"/>
    <dgm:cxn modelId="{4D63D74C-D9C0-405B-92C0-E2A768E03D96}" srcId="{5E39E80D-CE6A-41E9-AAEA-9FA158041DA7}" destId="{FF9496A6-9D6A-48DB-B0CC-4663041C7541}" srcOrd="0" destOrd="0" parTransId="{CBC602B4-BB38-4642-9321-2C0623926A94}" sibTransId="{40EE0257-998D-45D9-836E-FADD3979DE04}"/>
    <dgm:cxn modelId="{EBBD2F4E-D2C5-4485-84AF-1C63B5795280}" srcId="{5E39E80D-CE6A-41E9-AAEA-9FA158041DA7}" destId="{CC2EF76E-462C-46AF-BD82-FD5D4FC59222}" srcOrd="5" destOrd="0" parTransId="{AE169450-C21D-44F7-A654-1475722190C6}" sibTransId="{34B1DEEC-110D-4D34-A0F9-CC4AE172184F}"/>
    <dgm:cxn modelId="{5F93DC5F-CACC-4B41-BD9C-24D2E13246F8}" type="presOf" srcId="{E1DA548D-B6FA-A34B-B6D9-049626287D50}" destId="{5AD96790-8BDB-B344-A9A0-2A23FA01C99E}" srcOrd="0" destOrd="0" presId="urn:microsoft.com/office/officeart/2005/8/layout/process1"/>
    <dgm:cxn modelId="{B0E3E476-28B4-4E10-9F3F-5AF024DD141D}" type="presOf" srcId="{5E39E80D-CE6A-41E9-AAEA-9FA158041DA7}" destId="{B90953F9-BD58-4641-AD65-3BFD7DD91389}" srcOrd="0" destOrd="0" presId="urn:microsoft.com/office/officeart/2005/8/layout/process1"/>
    <dgm:cxn modelId="{AE589779-391A-E042-B5AA-1D29A7C20E53}" srcId="{5E39E80D-CE6A-41E9-AAEA-9FA158041DA7}" destId="{9B221423-88F1-C840-A3DB-C3C0DA0CDAA0}" srcOrd="1" destOrd="0" parTransId="{703BA26F-4392-8F4A-9652-F132E2784443}" sibTransId="{A3793FFB-234B-F147-8F8A-CA63C8891D24}"/>
    <dgm:cxn modelId="{3852ED89-6C5F-E64B-AE78-7DA28806CEDB}" type="presOf" srcId="{A3793FFB-234B-F147-8F8A-CA63C8891D24}" destId="{02BCE9F0-A60C-F943-B43C-888EF6E563BD}" srcOrd="1" destOrd="0" presId="urn:microsoft.com/office/officeart/2005/8/layout/process1"/>
    <dgm:cxn modelId="{5853E48F-D94F-DF4C-A876-4268F0819B24}" type="presOf" srcId="{5B6382E1-F351-ED4E-AE4B-3EBD881627DA}" destId="{FBBF73F4-4F77-ED41-A36E-E79DDDAF8068}" srcOrd="1" destOrd="0" presId="urn:microsoft.com/office/officeart/2005/8/layout/process1"/>
    <dgm:cxn modelId="{C9C80F9A-34F4-41F0-95CF-183A97CA2872}" type="presOf" srcId="{40EE0257-998D-45D9-836E-FADD3979DE04}" destId="{0295A28B-F3FF-431B-9151-280795C0D7A6}" srcOrd="1" destOrd="0" presId="urn:microsoft.com/office/officeart/2005/8/layout/process1"/>
    <dgm:cxn modelId="{9B4F50A1-C9A6-44E4-BC17-40E27E97D85A}" type="presOf" srcId="{4A6E43EF-888E-4710-A2B1-EB5B593783B2}" destId="{04561B16-60FA-4438-B6F5-A259B88C951F}" srcOrd="0" destOrd="0" presId="urn:microsoft.com/office/officeart/2005/8/layout/process1"/>
    <dgm:cxn modelId="{3E876BA1-9E9C-614D-8C35-118EF2B46132}" type="presOf" srcId="{E0680565-D81D-7744-9953-13C5852A2DF7}" destId="{F0DDDC64-A74D-F84B-9195-53F6F38687D7}" srcOrd="0" destOrd="0" presId="urn:microsoft.com/office/officeart/2005/8/layout/process1"/>
    <dgm:cxn modelId="{266D53A8-A519-4704-B2FB-B5A98FDAAA55}" type="presOf" srcId="{CC2EF76E-462C-46AF-BD82-FD5D4FC59222}" destId="{322149E8-2C5E-4F0F-9D3F-0BCD9734CFB5}" srcOrd="0" destOrd="0" presId="urn:microsoft.com/office/officeart/2005/8/layout/process1"/>
    <dgm:cxn modelId="{24020EAE-EB78-494A-8CA6-9486ED570C96}" type="presOf" srcId="{40EE0257-998D-45D9-836E-FADD3979DE04}" destId="{B209094C-AEA9-4BAB-98C4-4B4C80F4787D}" srcOrd="0" destOrd="0" presId="urn:microsoft.com/office/officeart/2005/8/layout/process1"/>
    <dgm:cxn modelId="{CC9CE7AE-95B1-7841-A814-FD4DAD5560B1}" type="presOf" srcId="{E0680565-D81D-7744-9953-13C5852A2DF7}" destId="{FB007DE3-C7B4-7348-A95E-A44A8DAE65B7}" srcOrd="1" destOrd="0" presId="urn:microsoft.com/office/officeart/2005/8/layout/process1"/>
    <dgm:cxn modelId="{16EEE6BB-9B37-504A-86A6-10966DA05961}" type="presOf" srcId="{9B221423-88F1-C840-A3DB-C3C0DA0CDAA0}" destId="{789A0116-A32B-D445-A4EC-704F131C8235}" srcOrd="0" destOrd="0" presId="urn:microsoft.com/office/officeart/2005/8/layout/process1"/>
    <dgm:cxn modelId="{FF3A23D4-4ACC-BE44-B2EC-6FA087B27C0E}" srcId="{5E39E80D-CE6A-41E9-AAEA-9FA158041DA7}" destId="{E1DA548D-B6FA-A34B-B6D9-049626287D50}" srcOrd="2" destOrd="0" parTransId="{30FB953B-9F53-A741-B83B-CE15D361300C}" sibTransId="{E0680565-D81D-7744-9953-13C5852A2DF7}"/>
    <dgm:cxn modelId="{774A96D4-842A-4836-906C-9A2B59F5AAA2}" type="presOf" srcId="{4A6E43EF-888E-4710-A2B1-EB5B593783B2}" destId="{7DBBA627-4EFF-4E3E-8B78-3D3075D170FA}" srcOrd="1" destOrd="0" presId="urn:microsoft.com/office/officeart/2005/8/layout/process1"/>
    <dgm:cxn modelId="{0BE039F5-F9EA-42C9-959D-3FBE78D64FE7}" type="presOf" srcId="{FF9496A6-9D6A-48DB-B0CC-4663041C7541}" destId="{C8AB203C-652E-4047-9821-0F7C412D4B4D}" srcOrd="0" destOrd="0" presId="urn:microsoft.com/office/officeart/2005/8/layout/process1"/>
    <dgm:cxn modelId="{80A5D0FD-5224-4EBC-8CF8-05559A752766}" type="presOf" srcId="{A9B52414-6D20-4291-8675-8AAEBC73B77D}" destId="{B19B1FD3-764C-49CC-9DA9-E4CD4DF2AEA7}" srcOrd="0" destOrd="0" presId="urn:microsoft.com/office/officeart/2005/8/layout/process1"/>
    <dgm:cxn modelId="{524A8540-22BE-4DA2-89E7-2644AFB39AA7}" type="presParOf" srcId="{B90953F9-BD58-4641-AD65-3BFD7DD91389}" destId="{C8AB203C-652E-4047-9821-0F7C412D4B4D}" srcOrd="0" destOrd="0" presId="urn:microsoft.com/office/officeart/2005/8/layout/process1"/>
    <dgm:cxn modelId="{62DE7FBB-09BF-4592-B3D5-01514F894231}" type="presParOf" srcId="{B90953F9-BD58-4641-AD65-3BFD7DD91389}" destId="{B209094C-AEA9-4BAB-98C4-4B4C80F4787D}" srcOrd="1" destOrd="0" presId="urn:microsoft.com/office/officeart/2005/8/layout/process1"/>
    <dgm:cxn modelId="{09E1A436-606A-44F6-A0FA-AB1A9FD0CE46}" type="presParOf" srcId="{B209094C-AEA9-4BAB-98C4-4B4C80F4787D}" destId="{0295A28B-F3FF-431B-9151-280795C0D7A6}" srcOrd="0" destOrd="0" presId="urn:microsoft.com/office/officeart/2005/8/layout/process1"/>
    <dgm:cxn modelId="{422AF777-E6CC-AE41-B000-E17C409414B0}" type="presParOf" srcId="{B90953F9-BD58-4641-AD65-3BFD7DD91389}" destId="{789A0116-A32B-D445-A4EC-704F131C8235}" srcOrd="2" destOrd="0" presId="urn:microsoft.com/office/officeart/2005/8/layout/process1"/>
    <dgm:cxn modelId="{96C1BB46-9F5F-7D47-B2F7-CB9F63B12C5B}" type="presParOf" srcId="{B90953F9-BD58-4641-AD65-3BFD7DD91389}" destId="{115DB5B5-36FE-8047-9A51-0C2B3BF3FEE1}" srcOrd="3" destOrd="0" presId="urn:microsoft.com/office/officeart/2005/8/layout/process1"/>
    <dgm:cxn modelId="{6230A121-2DFA-A54B-8DE2-D436C58AFE7E}" type="presParOf" srcId="{115DB5B5-36FE-8047-9A51-0C2B3BF3FEE1}" destId="{02BCE9F0-A60C-F943-B43C-888EF6E563BD}" srcOrd="0" destOrd="0" presId="urn:microsoft.com/office/officeart/2005/8/layout/process1"/>
    <dgm:cxn modelId="{B37B2904-6580-B34E-9163-CC8D020659BD}" type="presParOf" srcId="{B90953F9-BD58-4641-AD65-3BFD7DD91389}" destId="{5AD96790-8BDB-B344-A9A0-2A23FA01C99E}" srcOrd="4" destOrd="0" presId="urn:microsoft.com/office/officeart/2005/8/layout/process1"/>
    <dgm:cxn modelId="{70FC8853-8D9F-2043-A76C-047FE9840A6F}" type="presParOf" srcId="{B90953F9-BD58-4641-AD65-3BFD7DD91389}" destId="{F0DDDC64-A74D-F84B-9195-53F6F38687D7}" srcOrd="5" destOrd="0" presId="urn:microsoft.com/office/officeart/2005/8/layout/process1"/>
    <dgm:cxn modelId="{C26786EC-F015-DB4E-9B69-C550AA36A7D5}" type="presParOf" srcId="{F0DDDC64-A74D-F84B-9195-53F6F38687D7}" destId="{FB007DE3-C7B4-7348-A95E-A44A8DAE65B7}" srcOrd="0" destOrd="0" presId="urn:microsoft.com/office/officeart/2005/8/layout/process1"/>
    <dgm:cxn modelId="{CC31838D-A34B-E944-B81F-76ED9027E122}" type="presParOf" srcId="{B90953F9-BD58-4641-AD65-3BFD7DD91389}" destId="{8EBAC5AA-7628-E848-9CAA-39B29891A9A2}" srcOrd="6" destOrd="0" presId="urn:microsoft.com/office/officeart/2005/8/layout/process1"/>
    <dgm:cxn modelId="{E5CDE191-ADA1-F74F-8989-1315092BF8E9}" type="presParOf" srcId="{B90953F9-BD58-4641-AD65-3BFD7DD91389}" destId="{3F762C9F-93D5-F94E-B4AB-11EFD4ABB624}" srcOrd="7" destOrd="0" presId="urn:microsoft.com/office/officeart/2005/8/layout/process1"/>
    <dgm:cxn modelId="{963C6139-980F-0A44-BA0C-58C4FFDD6159}" type="presParOf" srcId="{3F762C9F-93D5-F94E-B4AB-11EFD4ABB624}" destId="{FBBF73F4-4F77-ED41-A36E-E79DDDAF8068}" srcOrd="0" destOrd="0" presId="urn:microsoft.com/office/officeart/2005/8/layout/process1"/>
    <dgm:cxn modelId="{5BE2318E-CBAC-41ED-BA42-74CCD611A557}" type="presParOf" srcId="{B90953F9-BD58-4641-AD65-3BFD7DD91389}" destId="{B19B1FD3-764C-49CC-9DA9-E4CD4DF2AEA7}" srcOrd="8" destOrd="0" presId="urn:microsoft.com/office/officeart/2005/8/layout/process1"/>
    <dgm:cxn modelId="{6BDF4810-ECA1-4B9D-872D-FAFE9A3B733D}" type="presParOf" srcId="{B90953F9-BD58-4641-AD65-3BFD7DD91389}" destId="{04561B16-60FA-4438-B6F5-A259B88C951F}" srcOrd="9" destOrd="0" presId="urn:microsoft.com/office/officeart/2005/8/layout/process1"/>
    <dgm:cxn modelId="{237B5A30-4115-4425-8681-1E42C64DDBA2}" type="presParOf" srcId="{04561B16-60FA-4438-B6F5-A259B88C951F}" destId="{7DBBA627-4EFF-4E3E-8B78-3D3075D170FA}" srcOrd="0" destOrd="0" presId="urn:microsoft.com/office/officeart/2005/8/layout/process1"/>
    <dgm:cxn modelId="{AAF64553-D8BB-4C88-96DD-5065AF1858D4}" type="presParOf" srcId="{B90953F9-BD58-4641-AD65-3BFD7DD91389}" destId="{322149E8-2C5E-4F0F-9D3F-0BCD9734CFB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62A98-E496-42ED-B823-0BE6BF5F4522}">
      <dsp:nvSpPr>
        <dsp:cNvPr id="0" name=""/>
        <dsp:cNvSpPr/>
      </dsp:nvSpPr>
      <dsp:spPr>
        <a:xfrm>
          <a:off x="591090" y="0"/>
          <a:ext cx="1123318" cy="391704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 dirty="0" err="1"/>
            <a:t>Lowercase</a:t>
          </a:r>
          <a:endParaRPr lang="pl-PL" sz="1000" kern="1200" dirty="0"/>
        </a:p>
      </dsp:txBody>
      <dsp:txXfrm>
        <a:off x="602563" y="11473"/>
        <a:ext cx="1100372" cy="368758"/>
      </dsp:txXfrm>
    </dsp:sp>
    <dsp:sp modelId="{FC9C2F8A-4687-4E02-B397-5CEB7180A1FA}">
      <dsp:nvSpPr>
        <dsp:cNvPr id="0" name=""/>
        <dsp:cNvSpPr/>
      </dsp:nvSpPr>
      <dsp:spPr>
        <a:xfrm rot="5400000">
          <a:off x="1078809" y="402157"/>
          <a:ext cx="147880" cy="1762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700" kern="1200"/>
        </a:p>
      </dsp:txBody>
      <dsp:txXfrm rot="-5400000">
        <a:off x="1099869" y="416350"/>
        <a:ext cx="105760" cy="103516"/>
      </dsp:txXfrm>
    </dsp:sp>
    <dsp:sp modelId="{64457C69-3147-8346-B431-0F056BFAEB0C}">
      <dsp:nvSpPr>
        <dsp:cNvPr id="0" name=""/>
        <dsp:cNvSpPr/>
      </dsp:nvSpPr>
      <dsp:spPr>
        <a:xfrm>
          <a:off x="591090" y="588877"/>
          <a:ext cx="1123318" cy="391704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82950"/>
            <a:satOff val="1457"/>
            <a:lumOff val="155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 dirty="0"/>
            <a:t>Usunięcie znaków specjalnych</a:t>
          </a:r>
        </a:p>
      </dsp:txBody>
      <dsp:txXfrm>
        <a:off x="602563" y="600350"/>
        <a:ext cx="1100372" cy="368758"/>
      </dsp:txXfrm>
    </dsp:sp>
    <dsp:sp modelId="{64EA5C1C-EFF1-4744-9072-F1012C7C4F38}">
      <dsp:nvSpPr>
        <dsp:cNvPr id="0" name=""/>
        <dsp:cNvSpPr/>
      </dsp:nvSpPr>
      <dsp:spPr>
        <a:xfrm rot="5400000">
          <a:off x="1079304" y="990374"/>
          <a:ext cx="146889" cy="1762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13928"/>
            <a:satOff val="-454"/>
            <a:lumOff val="129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700" kern="1200"/>
        </a:p>
      </dsp:txBody>
      <dsp:txXfrm rot="-5400000">
        <a:off x="1099869" y="1005063"/>
        <a:ext cx="105760" cy="102822"/>
      </dsp:txXfrm>
    </dsp:sp>
    <dsp:sp modelId="{E9584B50-0125-8647-B864-DA13AEA8B6C6}">
      <dsp:nvSpPr>
        <dsp:cNvPr id="0" name=""/>
        <dsp:cNvSpPr/>
      </dsp:nvSpPr>
      <dsp:spPr>
        <a:xfrm>
          <a:off x="591090" y="1176433"/>
          <a:ext cx="1123318" cy="391704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65900"/>
            <a:satOff val="2915"/>
            <a:lumOff val="311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 dirty="0"/>
            <a:t>Zastąpienie URL </a:t>
          </a:r>
          <a:r>
            <a:rPr lang="pl-PL" sz="1000" kern="1200" dirty="0" err="1"/>
            <a:t>tokenem</a:t>
          </a:r>
          <a:r>
            <a:rPr lang="pl-PL" sz="1000" kern="1200" dirty="0"/>
            <a:t> URL</a:t>
          </a:r>
        </a:p>
      </dsp:txBody>
      <dsp:txXfrm>
        <a:off x="602563" y="1187906"/>
        <a:ext cx="1100372" cy="368758"/>
      </dsp:txXfrm>
    </dsp:sp>
    <dsp:sp modelId="{81F53E01-0B44-5545-BD99-3741BD5EF813}">
      <dsp:nvSpPr>
        <dsp:cNvPr id="0" name=""/>
        <dsp:cNvSpPr/>
      </dsp:nvSpPr>
      <dsp:spPr>
        <a:xfrm rot="5400000">
          <a:off x="1079304" y="1577930"/>
          <a:ext cx="146889" cy="1762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27857"/>
            <a:satOff val="-909"/>
            <a:lumOff val="258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700" kern="1200"/>
        </a:p>
      </dsp:txBody>
      <dsp:txXfrm rot="-5400000">
        <a:off x="1099869" y="1592619"/>
        <a:ext cx="105760" cy="102822"/>
      </dsp:txXfrm>
    </dsp:sp>
    <dsp:sp modelId="{B992727D-C7BD-A347-BB8E-0D4A0F542CBC}">
      <dsp:nvSpPr>
        <dsp:cNvPr id="0" name=""/>
        <dsp:cNvSpPr/>
      </dsp:nvSpPr>
      <dsp:spPr>
        <a:xfrm>
          <a:off x="591090" y="1763990"/>
          <a:ext cx="1123318" cy="391704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548850"/>
            <a:satOff val="4372"/>
            <a:lumOff val="467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 dirty="0"/>
            <a:t>Zastąpienie liczb </a:t>
          </a:r>
          <a:r>
            <a:rPr lang="pl-PL" sz="1000" kern="1200" dirty="0" err="1"/>
            <a:t>tokenem</a:t>
          </a:r>
          <a:r>
            <a:rPr lang="pl-PL" sz="1000" kern="1200" dirty="0"/>
            <a:t> NUMBER</a:t>
          </a:r>
        </a:p>
      </dsp:txBody>
      <dsp:txXfrm>
        <a:off x="602563" y="1775463"/>
        <a:ext cx="1100372" cy="368758"/>
      </dsp:txXfrm>
    </dsp:sp>
    <dsp:sp modelId="{6B8999F7-775E-634B-B6AD-A33945FD9DD8}">
      <dsp:nvSpPr>
        <dsp:cNvPr id="0" name=""/>
        <dsp:cNvSpPr/>
      </dsp:nvSpPr>
      <dsp:spPr>
        <a:xfrm rot="5400000">
          <a:off x="1079304" y="2165486"/>
          <a:ext cx="146889" cy="1762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27857"/>
            <a:satOff val="-909"/>
            <a:lumOff val="258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700" kern="1200"/>
        </a:p>
      </dsp:txBody>
      <dsp:txXfrm rot="-5400000">
        <a:off x="1099869" y="2180175"/>
        <a:ext cx="105760" cy="102822"/>
      </dsp:txXfrm>
    </dsp:sp>
    <dsp:sp modelId="{FB52A7BE-C654-4E31-95C6-FC6B55EF3BED}">
      <dsp:nvSpPr>
        <dsp:cNvPr id="0" name=""/>
        <dsp:cNvSpPr/>
      </dsp:nvSpPr>
      <dsp:spPr>
        <a:xfrm>
          <a:off x="591090" y="2351546"/>
          <a:ext cx="1123318" cy="391704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65900"/>
            <a:satOff val="2915"/>
            <a:lumOff val="311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 dirty="0"/>
            <a:t>TF-IDF + n-gramy</a:t>
          </a:r>
        </a:p>
      </dsp:txBody>
      <dsp:txXfrm>
        <a:off x="602563" y="2363019"/>
        <a:ext cx="1100372" cy="368758"/>
      </dsp:txXfrm>
    </dsp:sp>
    <dsp:sp modelId="{7846E686-48B7-7040-8C09-7C51A0E85D74}">
      <dsp:nvSpPr>
        <dsp:cNvPr id="0" name=""/>
        <dsp:cNvSpPr/>
      </dsp:nvSpPr>
      <dsp:spPr>
        <a:xfrm rot="5400000">
          <a:off x="1079304" y="2753042"/>
          <a:ext cx="146889" cy="1762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13928"/>
            <a:satOff val="-454"/>
            <a:lumOff val="129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700" kern="1200"/>
        </a:p>
      </dsp:txBody>
      <dsp:txXfrm rot="-5400000">
        <a:off x="1099869" y="2767731"/>
        <a:ext cx="105760" cy="102822"/>
      </dsp:txXfrm>
    </dsp:sp>
    <dsp:sp modelId="{239CF762-E978-CC4E-974F-7F5D39602AF7}">
      <dsp:nvSpPr>
        <dsp:cNvPr id="0" name=""/>
        <dsp:cNvSpPr/>
      </dsp:nvSpPr>
      <dsp:spPr>
        <a:xfrm>
          <a:off x="591090" y="2939102"/>
          <a:ext cx="1123318" cy="391704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82950"/>
            <a:satOff val="1457"/>
            <a:lumOff val="155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 dirty="0" err="1"/>
            <a:t>Feature</a:t>
          </a:r>
          <a:r>
            <a:rPr lang="pl-PL" sz="1000" kern="1200" dirty="0"/>
            <a:t> Engineering</a:t>
          </a:r>
        </a:p>
      </dsp:txBody>
      <dsp:txXfrm>
        <a:off x="602563" y="2950575"/>
        <a:ext cx="1100372" cy="368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B203C-652E-4047-9821-0F7C412D4B4D}">
      <dsp:nvSpPr>
        <dsp:cNvPr id="0" name=""/>
        <dsp:cNvSpPr/>
      </dsp:nvSpPr>
      <dsp:spPr>
        <a:xfrm>
          <a:off x="0" y="178778"/>
          <a:ext cx="681470" cy="4088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700" kern="1200" dirty="0"/>
            <a:t>SMS</a:t>
          </a:r>
        </a:p>
      </dsp:txBody>
      <dsp:txXfrm>
        <a:off x="11976" y="190754"/>
        <a:ext cx="657518" cy="384930"/>
      </dsp:txXfrm>
    </dsp:sp>
    <dsp:sp modelId="{B209094C-AEA9-4BAB-98C4-4B4C80F4787D}">
      <dsp:nvSpPr>
        <dsp:cNvPr id="0" name=""/>
        <dsp:cNvSpPr/>
      </dsp:nvSpPr>
      <dsp:spPr>
        <a:xfrm>
          <a:off x="749617" y="298717"/>
          <a:ext cx="144471" cy="1690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600" kern="1200"/>
        </a:p>
      </dsp:txBody>
      <dsp:txXfrm>
        <a:off x="749617" y="332518"/>
        <a:ext cx="101130" cy="101402"/>
      </dsp:txXfrm>
    </dsp:sp>
    <dsp:sp modelId="{789A0116-A32B-D445-A4EC-704F131C8235}">
      <dsp:nvSpPr>
        <dsp:cNvPr id="0" name=""/>
        <dsp:cNvSpPr/>
      </dsp:nvSpPr>
      <dsp:spPr>
        <a:xfrm>
          <a:off x="954058" y="178778"/>
          <a:ext cx="681470" cy="4088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82950"/>
            <a:satOff val="1457"/>
            <a:lumOff val="155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700" kern="1200" dirty="0" err="1"/>
            <a:t>Preprocessing</a:t>
          </a:r>
          <a:endParaRPr lang="pl-PL" sz="700" kern="1200" dirty="0"/>
        </a:p>
      </dsp:txBody>
      <dsp:txXfrm>
        <a:off x="966034" y="190754"/>
        <a:ext cx="657518" cy="384930"/>
      </dsp:txXfrm>
    </dsp:sp>
    <dsp:sp modelId="{115DB5B5-36FE-8047-9A51-0C2B3BF3FEE1}">
      <dsp:nvSpPr>
        <dsp:cNvPr id="0" name=""/>
        <dsp:cNvSpPr/>
      </dsp:nvSpPr>
      <dsp:spPr>
        <a:xfrm>
          <a:off x="1703676" y="298717"/>
          <a:ext cx="144471" cy="1690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13928"/>
            <a:satOff val="-454"/>
            <a:lumOff val="129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600" kern="1200"/>
        </a:p>
      </dsp:txBody>
      <dsp:txXfrm>
        <a:off x="1703676" y="332518"/>
        <a:ext cx="101130" cy="101402"/>
      </dsp:txXfrm>
    </dsp:sp>
    <dsp:sp modelId="{5AD96790-8BDB-B344-A9A0-2A23FA01C99E}">
      <dsp:nvSpPr>
        <dsp:cNvPr id="0" name=""/>
        <dsp:cNvSpPr/>
      </dsp:nvSpPr>
      <dsp:spPr>
        <a:xfrm>
          <a:off x="1908117" y="178778"/>
          <a:ext cx="681470" cy="4088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65900"/>
            <a:satOff val="2915"/>
            <a:lumOff val="311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700" kern="1200" dirty="0" err="1"/>
            <a:t>Feature</a:t>
          </a:r>
          <a:r>
            <a:rPr lang="pl-PL" sz="700" kern="1200" dirty="0"/>
            <a:t> Engineering</a:t>
          </a:r>
        </a:p>
      </dsp:txBody>
      <dsp:txXfrm>
        <a:off x="1920093" y="190754"/>
        <a:ext cx="657518" cy="384930"/>
      </dsp:txXfrm>
    </dsp:sp>
    <dsp:sp modelId="{F0DDDC64-A74D-F84B-9195-53F6F38687D7}">
      <dsp:nvSpPr>
        <dsp:cNvPr id="0" name=""/>
        <dsp:cNvSpPr/>
      </dsp:nvSpPr>
      <dsp:spPr>
        <a:xfrm>
          <a:off x="2657734" y="298717"/>
          <a:ext cx="144471" cy="1690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27857"/>
            <a:satOff val="-909"/>
            <a:lumOff val="258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600" kern="1200"/>
        </a:p>
      </dsp:txBody>
      <dsp:txXfrm>
        <a:off x="2657734" y="332518"/>
        <a:ext cx="101130" cy="101402"/>
      </dsp:txXfrm>
    </dsp:sp>
    <dsp:sp modelId="{8EBAC5AA-7628-E848-9CAA-39B29891A9A2}">
      <dsp:nvSpPr>
        <dsp:cNvPr id="0" name=""/>
        <dsp:cNvSpPr/>
      </dsp:nvSpPr>
      <dsp:spPr>
        <a:xfrm>
          <a:off x="2862176" y="178778"/>
          <a:ext cx="681470" cy="4088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548850"/>
            <a:satOff val="4372"/>
            <a:lumOff val="467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700" kern="1200" dirty="0"/>
            <a:t>TF-IDF</a:t>
          </a:r>
        </a:p>
      </dsp:txBody>
      <dsp:txXfrm>
        <a:off x="2874152" y="190754"/>
        <a:ext cx="657518" cy="384930"/>
      </dsp:txXfrm>
    </dsp:sp>
    <dsp:sp modelId="{3F762C9F-93D5-F94E-B4AB-11EFD4ABB624}">
      <dsp:nvSpPr>
        <dsp:cNvPr id="0" name=""/>
        <dsp:cNvSpPr/>
      </dsp:nvSpPr>
      <dsp:spPr>
        <a:xfrm>
          <a:off x="3611793" y="298717"/>
          <a:ext cx="144471" cy="1690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27857"/>
            <a:satOff val="-909"/>
            <a:lumOff val="258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600" kern="1200"/>
        </a:p>
      </dsp:txBody>
      <dsp:txXfrm>
        <a:off x="3611793" y="332518"/>
        <a:ext cx="101130" cy="101402"/>
      </dsp:txXfrm>
    </dsp:sp>
    <dsp:sp modelId="{B19B1FD3-764C-49CC-9DA9-E4CD4DF2AEA7}">
      <dsp:nvSpPr>
        <dsp:cNvPr id="0" name=""/>
        <dsp:cNvSpPr/>
      </dsp:nvSpPr>
      <dsp:spPr>
        <a:xfrm>
          <a:off x="3816234" y="178778"/>
          <a:ext cx="681470" cy="4088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365900"/>
            <a:satOff val="2915"/>
            <a:lumOff val="311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700" kern="1200" dirty="0"/>
            <a:t>Modele klasyfikacyjne</a:t>
          </a:r>
        </a:p>
      </dsp:txBody>
      <dsp:txXfrm>
        <a:off x="3828210" y="190754"/>
        <a:ext cx="657518" cy="384930"/>
      </dsp:txXfrm>
    </dsp:sp>
    <dsp:sp modelId="{04561B16-60FA-4438-B6F5-A259B88C951F}">
      <dsp:nvSpPr>
        <dsp:cNvPr id="0" name=""/>
        <dsp:cNvSpPr/>
      </dsp:nvSpPr>
      <dsp:spPr>
        <a:xfrm>
          <a:off x="4565852" y="298717"/>
          <a:ext cx="144471" cy="1690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13928"/>
            <a:satOff val="-454"/>
            <a:lumOff val="129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600" kern="1200"/>
        </a:p>
      </dsp:txBody>
      <dsp:txXfrm>
        <a:off x="4565852" y="332518"/>
        <a:ext cx="101130" cy="101402"/>
      </dsp:txXfrm>
    </dsp:sp>
    <dsp:sp modelId="{322149E8-2C5E-4F0F-9D3F-0BCD9734CFB5}">
      <dsp:nvSpPr>
        <dsp:cNvPr id="0" name=""/>
        <dsp:cNvSpPr/>
      </dsp:nvSpPr>
      <dsp:spPr>
        <a:xfrm>
          <a:off x="4770293" y="178778"/>
          <a:ext cx="681470" cy="408882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182950"/>
            <a:satOff val="1457"/>
            <a:lumOff val="155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700" kern="1200"/>
            <a:t>Predykcja</a:t>
          </a:r>
          <a:endParaRPr lang="pl-PL" sz="700" kern="1200" dirty="0"/>
        </a:p>
      </dsp:txBody>
      <dsp:txXfrm>
        <a:off x="4782269" y="190754"/>
        <a:ext cx="657518" cy="384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C1A60-4B33-4D27-A28D-6AFD6044CD0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EE15D-8461-46A3-BBD2-D6302BA4601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855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E15D-8461-46A3-BBD2-D6302BA4601D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74969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8273-3321-9B56-7943-13A69F4EE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7B4BDB1-14C8-7893-D241-0B6FEE5F5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7E50118-750A-366B-02D6-085C5F982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D0CE3D0-943E-BAD3-0676-D08749AB9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E15D-8461-46A3-BBD2-D6302BA4601D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38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EE15D-8461-46A3-BBD2-D6302BA4601D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581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E20645-DE3A-3B0B-F72D-C5C89E41D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3562852-3488-D233-3640-0694E3C6C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4483889-1D7F-117B-CA2E-693F771EE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1AD7C4-3119-A5E0-9062-2195931ED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BAA0B11-6300-6D24-39D2-CDA0044BF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867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2C546C-DFBC-3EBB-50E5-315E89FC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15C8E5-2211-0AB6-BA34-0308DAA3D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6AF35E9-AB96-4958-F37B-C102F225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969B2A-847B-48E9-F251-5F98FBAD2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56E9C85-04DD-B077-8B8E-5C75C1C2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225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150010-099A-3FD7-75B6-A4B13431A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148D68B-748E-3428-0CCF-4312FE5C3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74AA81C-A06C-41A8-ECA8-74D688BB1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5F2760F-0E33-045C-0159-9E4E1D6A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5CA468A-D49D-2357-6FEB-5D688651F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905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73A86C-6A60-BAD5-811B-D24693ED7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66E7DFA-160B-EBAA-37E8-C25E79938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34F1A44-94CD-4F52-1916-4B941A8F9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9DB09A4-CE66-52BC-B5D3-6833A5CF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777A606-BB1F-21D2-5D62-0158D14B3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CE14624-8FB3-ED88-1A27-6809C3523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559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C38C8D-DAD2-0999-BF6C-EBB66E5B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0A57530-F9E5-70FA-5DCA-471B15CBC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70AD74F-0ACC-ECCD-4455-4CE00DD7A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BAB6152-97C9-7AA4-27D6-BEE98EE50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4597BA5-FC23-0DA1-3BF3-2493B6751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46C1FDE9-EF54-2518-DE55-7C8F3FE8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B8317B6-D23B-729E-926B-D0B477D5E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C442452-8FEC-65EA-3333-88489180F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5269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53F281-5C1E-95EA-3CE3-B98D20AC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70EE533-E97E-69D3-66A5-3DE6B48E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D137F24-B2B3-A709-EF35-353B08F72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D0FD6DD-83DC-4AD0-76C1-9299E639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713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1B9EA53-2944-0989-6735-A5666709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7B768E34-C028-0739-D373-1FD3F3665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C3E9D40-791B-B8F6-898D-651AF647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85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896E55-470A-6564-8DA6-BADB78EC5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1903CFF-EEDE-2821-EE0B-67584F703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5D2E289-3731-03E4-9FE6-6B970B816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95A3AA9-AA08-0CEE-5B0C-2CD4C8F4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662AEF1-7BC5-B534-7AB1-5716C213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A3478ED-BFD3-CE06-922C-93274476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2639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C1DE43-B970-86E0-497A-7B1A74AE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90577EA-C32C-1AA0-21D2-7A448E80C2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82BB66A-2F09-0EA9-72E6-DCDD2B1B6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5F14618-95A8-78D2-33D3-58B8AEBCF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DE0D5DB-EE92-A0B5-9003-1BA303C2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5ADF46A-D438-3F27-4D0C-3AA67BD4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77969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24EB83-9F81-42FF-39E7-335D384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824F4C1-92E3-D566-FB08-7744E48C4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41A3181-56EF-F401-9AF2-5EB861502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6A53727-B374-209C-A6A6-E21E0452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055EBB4-6E66-DC53-A558-2D2000A3A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839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AA32A283-1FAF-BD1D-A5F3-B68F00B16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E070CFE-D09B-B7B7-57A4-A47511896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B3D460E-2874-8EEA-2F0A-66BB617F4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AD671D5-2FB7-F7E9-A930-EBEB54623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57BD46D-0332-8C44-2DB9-C7BA47EF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767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51CE371-D5D0-717D-8F36-BDB32EAA9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8B1F0FB-C96E-5FB7-D79D-FAEEF63EE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B5B9ECC-5597-30C8-781F-EE292364A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F7528-DEF0-431D-A622-862236BC4FB2}" type="datetimeFigureOut">
              <a:rPr lang="pl-PL" smtClean="0"/>
              <a:t>7.06.2026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32429C3-EF47-4819-1C4A-65162349D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E095DFF-F91E-4937-029E-2326B0C74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4904F-C74B-4110-91B6-6F74D558C0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058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E9DAB60-D916-D992-6D15-0FD1919B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065" y="1944098"/>
            <a:ext cx="10323870" cy="1406013"/>
          </a:xfrm>
        </p:spPr>
        <p:txBody>
          <a:bodyPr anchor="b">
            <a:normAutofit fontScale="90000"/>
          </a:bodyPr>
          <a:lstStyle/>
          <a:p>
            <a:pPr algn="ctr"/>
            <a:r>
              <a:rPr lang="pl-PL" sz="3600" dirty="0"/>
              <a:t>Analiza skuteczności klasycznych algorytmów klasyfikacji tekstu w wykrywaniu wiadomości spam SMS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901AD4-DAFC-6C6D-8C53-D61F7013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877" y="3446207"/>
            <a:ext cx="10137058" cy="407914"/>
          </a:xfrm>
        </p:spPr>
        <p:txBody>
          <a:bodyPr anchor="t">
            <a:normAutofit lnSpcReduction="10000"/>
          </a:bodyPr>
          <a:lstStyle/>
          <a:p>
            <a:pPr marL="0" indent="0" algn="ctr">
              <a:buNone/>
            </a:pPr>
            <a:r>
              <a:rPr lang="pl-PL" sz="2000" dirty="0"/>
              <a:t>Na podstawie artykułu: </a:t>
            </a:r>
            <a:r>
              <a:rPr lang="en-US" sz="2000" dirty="0"/>
              <a:t>SMS Spam Detection using </a:t>
            </a:r>
            <a:r>
              <a:rPr lang="en-US" sz="2400" dirty="0"/>
              <a:t>Relevance</a:t>
            </a:r>
            <a:r>
              <a:rPr lang="en-US" sz="2000" dirty="0"/>
              <a:t> Vector Machine</a:t>
            </a:r>
          </a:p>
          <a:p>
            <a:pPr marL="0" indent="0" algn="ctr">
              <a:buNone/>
            </a:pPr>
            <a:endParaRPr lang="pl-PL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37DD2C4-C09A-79DC-041F-12627D5F94A0}"/>
              </a:ext>
            </a:extLst>
          </p:cNvPr>
          <p:cNvSpPr txBox="1"/>
          <p:nvPr/>
        </p:nvSpPr>
        <p:spPr>
          <a:xfrm>
            <a:off x="8485238" y="4913902"/>
            <a:ext cx="2443770" cy="727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Martyna </a:t>
            </a:r>
            <a:r>
              <a:rPr lang="en-US" sz="2000" dirty="0" err="1"/>
              <a:t>Gęca</a:t>
            </a:r>
            <a:endParaRPr lang="en-US" sz="2000" dirty="0"/>
          </a:p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Ewa Górska</a:t>
            </a:r>
          </a:p>
        </p:txBody>
      </p:sp>
    </p:spTree>
    <p:extLst>
      <p:ext uri="{BB962C8B-B14F-4D97-AF65-F5344CB8AC3E}">
        <p14:creationId xmlns:p14="http://schemas.microsoft.com/office/powerpoint/2010/main" val="267141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195643" y="67946"/>
            <a:ext cx="6408310" cy="6912725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0E68B00-B270-DC27-3120-87387542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191" y="3744092"/>
            <a:ext cx="4736642" cy="2146374"/>
          </a:xfrm>
        </p:spPr>
        <p:txBody>
          <a:bodyPr anchor="b">
            <a:normAutofit/>
          </a:bodyPr>
          <a:lstStyle/>
          <a:p>
            <a:r>
              <a:rPr lang="pl-PL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Dane o czasopiśmie i artykule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EC6057-20E1-8BB2-C7D5-5C33B76DE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96469"/>
            <a:ext cx="5046196" cy="5323356"/>
          </a:xfrm>
        </p:spPr>
        <p:txBody>
          <a:bodyPr>
            <a:normAutofit/>
          </a:bodyPr>
          <a:lstStyle/>
          <a:p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Tytuł czasopisma: </a:t>
            </a:r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Procedia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Computer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Science</a:t>
            </a:r>
          </a:p>
          <a:p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Tytuł artykułu: </a:t>
            </a:r>
            <a:r>
              <a:rPr lang="en-US" sz="2000" dirty="0"/>
              <a:t>SMS Spam Detection </a:t>
            </a:r>
            <a:br>
              <a:rPr lang="pl-PL" sz="2000" dirty="0"/>
            </a:br>
            <a:r>
              <a:rPr lang="en-US" sz="2000" dirty="0"/>
              <a:t>using  Relevance Vector Machine</a:t>
            </a:r>
            <a:endParaRPr lang="pl-PL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Wydawca: </a:t>
            </a:r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Elsevier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B.V. </a:t>
            </a:r>
          </a:p>
          <a:p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Impact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Factor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czasopisma: brak oficjalnego IF; </a:t>
            </a:r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CiteScore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4.1, SJR 0.471, SNIP 0.899</a:t>
            </a:r>
          </a:p>
          <a:p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Indeks Hirscha autorów:</a:t>
            </a:r>
          </a:p>
          <a:p>
            <a:pPr lvl="1"/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Shushanta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Pudasaini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7</a:t>
            </a:r>
          </a:p>
          <a:p>
            <a:pPr lvl="1"/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Aman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Shakya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12</a:t>
            </a:r>
          </a:p>
          <a:p>
            <a:pPr lvl="1"/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Sanjeeb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Prasad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Pandey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9</a:t>
            </a:r>
          </a:p>
          <a:p>
            <a:pPr lvl="1"/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Prakriti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Paudel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1</a:t>
            </a:r>
          </a:p>
          <a:p>
            <a:pPr lvl="1"/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Sunil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Ghimire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2</a:t>
            </a:r>
          </a:p>
          <a:p>
            <a:pPr lvl="1"/>
            <a:r>
              <a:rPr lang="pl-PL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Prabhat</a:t>
            </a:r>
            <a:r>
              <a:rPr lang="pl-PL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Ale: 2 </a:t>
            </a:r>
          </a:p>
          <a:p>
            <a:pPr marL="0" indent="0">
              <a:buNone/>
            </a:pPr>
            <a:endParaRPr lang="pl-PL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07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9933D-F917-01A7-54B5-BAA4A378E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6DFAD9AE-0703-AE45-AF37-9D371E19F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63FCB79-6F54-E213-0783-BDAAD40A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2073646-7385-3768-59FF-9A857F5B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161" y="-6993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pl-PL" sz="3200" dirty="0"/>
              <a:t>Problem badawczy i cel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5E1178E3-0A66-4041-3290-81FABBC79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1A691FB-8230-56D1-F0A8-0DAA8255C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016" y="4966555"/>
            <a:ext cx="9484565" cy="11416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l-PL" sz="2000" b="1" dirty="0"/>
              <a:t>Hipoteza:</a:t>
            </a:r>
          </a:p>
          <a:p>
            <a:r>
              <a:rPr lang="pl-PL" sz="2000" dirty="0"/>
              <a:t>Modele </a:t>
            </a:r>
            <a:r>
              <a:rPr lang="pl-PL" sz="2000" dirty="0" err="1"/>
              <a:t>Logistic</a:t>
            </a:r>
            <a:r>
              <a:rPr lang="pl-PL" sz="2000" dirty="0"/>
              <a:t> </a:t>
            </a:r>
            <a:r>
              <a:rPr lang="pl-PL" sz="2000" dirty="0" err="1"/>
              <a:t>Regression</a:t>
            </a:r>
            <a:r>
              <a:rPr lang="pl-PL" sz="2000" dirty="0"/>
              <a:t> i </a:t>
            </a:r>
            <a:r>
              <a:rPr lang="pl-PL" sz="2000" dirty="0" err="1"/>
              <a:t>Linear</a:t>
            </a:r>
            <a:r>
              <a:rPr lang="pl-PL" sz="2000" dirty="0"/>
              <a:t> SVM mogą osiągnąć skuteczność zbliżoną do RVM, przy krótszym czasie trenowania i prostszej implementacji.</a:t>
            </a:r>
          </a:p>
          <a:p>
            <a:pPr marL="0" indent="0">
              <a:buNone/>
            </a:pPr>
            <a:endParaRPr lang="pl-PL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84F3FEC-36D8-CA35-C4E8-19B7A2F011AE}"/>
              </a:ext>
            </a:extLst>
          </p:cNvPr>
          <p:cNvSpPr txBox="1"/>
          <p:nvPr/>
        </p:nvSpPr>
        <p:spPr>
          <a:xfrm>
            <a:off x="750480" y="824357"/>
            <a:ext cx="44024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b="1" dirty="0"/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Rosnąca liczba wiadomości SPAM,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 err="1"/>
              <a:t>Phishing</a:t>
            </a:r>
            <a:r>
              <a:rPr lang="pl-PL" sz="2000" dirty="0"/>
              <a:t> i wyłudzanie danych,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Automatyczne wiadomości reklamowe,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rosnąca liczba wiadomości spam.</a:t>
            </a:r>
          </a:p>
          <a:p>
            <a:endParaRPr lang="pl-PL" sz="2000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5217B68-FB74-1488-DB8B-D8101941A0D5}"/>
              </a:ext>
            </a:extLst>
          </p:cNvPr>
          <p:cNvSpPr txBox="1"/>
          <p:nvPr/>
        </p:nvSpPr>
        <p:spPr>
          <a:xfrm>
            <a:off x="5838710" y="824357"/>
            <a:ext cx="601039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b="1" dirty="0"/>
              <a:t>Cel:</a:t>
            </a:r>
          </a:p>
          <a:p>
            <a:r>
              <a:rPr lang="pl-PL" sz="2000" dirty="0"/>
              <a:t>Porównanie skuteczności modeli:</a:t>
            </a:r>
          </a:p>
          <a:p>
            <a:r>
              <a:rPr lang="pl-PL" sz="2000" dirty="0" err="1"/>
              <a:t>Multinominal</a:t>
            </a:r>
            <a:r>
              <a:rPr lang="pl-PL" sz="2000" dirty="0"/>
              <a:t> </a:t>
            </a:r>
            <a:r>
              <a:rPr lang="pl-PL" sz="2000" dirty="0" err="1"/>
              <a:t>Naive</a:t>
            </a:r>
            <a:r>
              <a:rPr lang="pl-PL" sz="2000" dirty="0"/>
              <a:t> Bayes,</a:t>
            </a:r>
          </a:p>
          <a:p>
            <a:r>
              <a:rPr lang="pl-PL" sz="2000" dirty="0" err="1"/>
              <a:t>Custom</a:t>
            </a:r>
            <a:r>
              <a:rPr lang="pl-PL" sz="2000" dirty="0"/>
              <a:t> </a:t>
            </a:r>
            <a:r>
              <a:rPr lang="pl-PL" sz="2000" dirty="0" err="1"/>
              <a:t>Naive</a:t>
            </a:r>
            <a:r>
              <a:rPr lang="pl-PL" sz="2000" dirty="0"/>
              <a:t> Bayes,</a:t>
            </a:r>
          </a:p>
          <a:p>
            <a:r>
              <a:rPr lang="pl-PL" sz="2000" dirty="0" err="1"/>
              <a:t>Logistic</a:t>
            </a:r>
            <a:r>
              <a:rPr lang="pl-PL" sz="2000" dirty="0"/>
              <a:t> </a:t>
            </a:r>
            <a:r>
              <a:rPr lang="pl-PL" sz="2000" dirty="0" err="1"/>
              <a:t>Regression</a:t>
            </a:r>
            <a:r>
              <a:rPr lang="pl-PL" sz="2000" dirty="0"/>
              <a:t>, </a:t>
            </a:r>
          </a:p>
          <a:p>
            <a:r>
              <a:rPr lang="pl-PL" sz="2000" dirty="0" err="1"/>
              <a:t>LinearSVM</a:t>
            </a:r>
            <a:r>
              <a:rPr lang="pl-PL" sz="2000" dirty="0"/>
              <a:t>.</a:t>
            </a:r>
          </a:p>
          <a:p>
            <a:r>
              <a:rPr lang="pl-PL" sz="2000" dirty="0" err="1"/>
              <a:t>Random</a:t>
            </a:r>
            <a:r>
              <a:rPr lang="pl-PL" sz="2000" dirty="0"/>
              <a:t> </a:t>
            </a:r>
            <a:r>
              <a:rPr lang="pl-PL" sz="2000" dirty="0" err="1"/>
              <a:t>Forest</a:t>
            </a:r>
            <a:endParaRPr lang="pl-PL" sz="2000" dirty="0"/>
          </a:p>
          <a:p>
            <a:r>
              <a:rPr lang="pl-PL" sz="2000" dirty="0"/>
              <a:t>Gradient </a:t>
            </a:r>
            <a:r>
              <a:rPr lang="pl-PL" sz="2000" dirty="0" err="1"/>
              <a:t>Boosting</a:t>
            </a:r>
            <a:endParaRPr lang="pl-PL" sz="2000" dirty="0"/>
          </a:p>
          <a:p>
            <a:r>
              <a:rPr lang="pl-PL" sz="2000" dirty="0" err="1"/>
              <a:t>Voting</a:t>
            </a:r>
            <a:r>
              <a:rPr lang="pl-PL" sz="2000" dirty="0"/>
              <a:t> </a:t>
            </a:r>
            <a:r>
              <a:rPr lang="pl-PL" sz="2000" dirty="0" err="1"/>
              <a:t>Classifier</a:t>
            </a: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r>
              <a:rPr lang="pl-PL" sz="2000" dirty="0"/>
              <a:t>przy klasyfikacji wiadomości SMS jako spam/</a:t>
            </a:r>
            <a:r>
              <a:rPr lang="pl-PL" sz="2000" dirty="0" err="1"/>
              <a:t>ham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365719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D6924-288F-6E23-8201-0899724C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F173268-6851-FC47-0F3D-1E662FC71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056AD1-433F-1EBD-DEF0-795808E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76DA6F-063F-0800-9725-16CD81606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1"/>
            <a:ext cx="3354572" cy="4114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34BBE25-CA97-C738-E429-5891461DA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380" y="3120653"/>
            <a:ext cx="3151240" cy="604964"/>
          </a:xfrm>
        </p:spPr>
        <p:txBody>
          <a:bodyPr>
            <a:noAutofit/>
          </a:bodyPr>
          <a:lstStyle/>
          <a:p>
            <a:pPr algn="ctr"/>
            <a:r>
              <a:rPr lang="pl-PL" sz="3200" dirty="0"/>
              <a:t>Materiał badawczy </a:t>
            </a:r>
            <a:br>
              <a:rPr lang="pl-PL" sz="3200" dirty="0"/>
            </a:br>
            <a:r>
              <a:rPr lang="pl-PL" sz="3200" dirty="0"/>
              <a:t>i  </a:t>
            </a:r>
            <a:r>
              <a:rPr lang="pl-PL" sz="3200" dirty="0" err="1"/>
              <a:t>preprocessing</a:t>
            </a:r>
            <a:r>
              <a:rPr lang="pl-PL" sz="3200" dirty="0"/>
              <a:t> </a:t>
            </a:r>
          </a:p>
        </p:txBody>
      </p:sp>
      <p:sp>
        <p:nvSpPr>
          <p:cNvPr id="6" name="Symbol zastępczy zawartości 2">
            <a:extLst>
              <a:ext uri="{FF2B5EF4-FFF2-40B4-BE49-F238E27FC236}">
                <a16:creationId xmlns:a16="http://schemas.microsoft.com/office/drawing/2014/main" id="{8B39ADEE-AE3B-F6FD-84DA-E5D9D3EDE084}"/>
              </a:ext>
            </a:extLst>
          </p:cNvPr>
          <p:cNvSpPr txBox="1">
            <a:spLocks/>
          </p:cNvSpPr>
          <p:nvPr/>
        </p:nvSpPr>
        <p:spPr>
          <a:xfrm>
            <a:off x="6288972" y="2498358"/>
            <a:ext cx="3354572" cy="2288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l-PL" sz="2000" dirty="0"/>
              <a:t>Dane: </a:t>
            </a:r>
          </a:p>
          <a:p>
            <a:r>
              <a:rPr lang="en-US" sz="2000" dirty="0">
                <a:solidFill>
                  <a:srgbClr val="1F2937"/>
                </a:solidFill>
              </a:rPr>
              <a:t>5574 </a:t>
            </a:r>
            <a:r>
              <a:rPr lang="en-US" sz="2000" dirty="0" err="1">
                <a:solidFill>
                  <a:srgbClr val="1F2937"/>
                </a:solidFill>
              </a:rPr>
              <a:t>obserwacje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</a:rPr>
              <a:t>SMS w </a:t>
            </a:r>
            <a:r>
              <a:rPr lang="pl-PL" sz="2000" dirty="0">
                <a:solidFill>
                  <a:srgbClr val="1F2937"/>
                </a:solidFill>
              </a:rPr>
              <a:t>j.</a:t>
            </a:r>
            <a:r>
              <a:rPr lang="en-US" sz="2000" dirty="0">
                <a:solidFill>
                  <a:srgbClr val="1F2937"/>
                </a:solidFill>
              </a:rPr>
              <a:t> </a:t>
            </a:r>
            <a:r>
              <a:rPr lang="en-US" sz="2000" dirty="0" err="1">
                <a:solidFill>
                  <a:srgbClr val="1F2937"/>
                </a:solidFill>
              </a:rPr>
              <a:t>angielskim</a:t>
            </a:r>
            <a:endParaRPr lang="en-US" sz="2000" dirty="0"/>
          </a:p>
          <a:p>
            <a:r>
              <a:rPr lang="en-US" sz="2000" dirty="0" err="1">
                <a:solidFill>
                  <a:srgbClr val="1F2937"/>
                </a:solidFill>
              </a:rPr>
              <a:t>Etykiety</a:t>
            </a:r>
            <a:r>
              <a:rPr lang="en-US" sz="2000" dirty="0">
                <a:solidFill>
                  <a:srgbClr val="1F2937"/>
                </a:solidFill>
              </a:rPr>
              <a:t>: spam / ham</a:t>
            </a:r>
            <a:endParaRPr lang="en-US" sz="2000" dirty="0"/>
          </a:p>
          <a:p>
            <a:r>
              <a:rPr lang="en-US" sz="2000" dirty="0" err="1">
                <a:solidFill>
                  <a:srgbClr val="1F2937"/>
                </a:solidFill>
              </a:rPr>
              <a:t>Podział</a:t>
            </a:r>
            <a:r>
              <a:rPr lang="en-US" sz="2000" dirty="0">
                <a:solidFill>
                  <a:srgbClr val="1F2937"/>
                </a:solidFill>
              </a:rPr>
              <a:t>: 80% </a:t>
            </a:r>
            <a:r>
              <a:rPr lang="en-US" sz="2000" dirty="0" err="1">
                <a:solidFill>
                  <a:srgbClr val="1F2937"/>
                </a:solidFill>
              </a:rPr>
              <a:t>trening</a:t>
            </a:r>
            <a:r>
              <a:rPr lang="en-US" sz="2000" dirty="0">
                <a:solidFill>
                  <a:srgbClr val="1F2937"/>
                </a:solidFill>
              </a:rPr>
              <a:t>, </a:t>
            </a:r>
            <a:br>
              <a:rPr lang="pl-PL" sz="2000" dirty="0">
                <a:solidFill>
                  <a:srgbClr val="1F2937"/>
                </a:solidFill>
              </a:rPr>
            </a:br>
            <a:r>
              <a:rPr lang="en-US" sz="2000" dirty="0">
                <a:solidFill>
                  <a:srgbClr val="1F2937"/>
                </a:solidFill>
              </a:rPr>
              <a:t>20% test</a:t>
            </a:r>
            <a:endParaRPr lang="en-US" sz="200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1F1F483-B162-F365-1167-EAAC25A219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9173974"/>
              </p:ext>
            </p:extLst>
          </p:nvPr>
        </p:nvGraphicFramePr>
        <p:xfrm>
          <a:off x="9633184" y="1454589"/>
          <a:ext cx="2305499" cy="3332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pole tekstowe 7">
            <a:extLst>
              <a:ext uri="{FF2B5EF4-FFF2-40B4-BE49-F238E27FC236}">
                <a16:creationId xmlns:a16="http://schemas.microsoft.com/office/drawing/2014/main" id="{678031F6-2592-A3C0-5BA3-18569DFB6535}"/>
              </a:ext>
            </a:extLst>
          </p:cNvPr>
          <p:cNvSpPr txBox="1"/>
          <p:nvPr/>
        </p:nvSpPr>
        <p:spPr>
          <a:xfrm>
            <a:off x="6288972" y="1454589"/>
            <a:ext cx="3151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b="1" dirty="0"/>
              <a:t>Źródło danych</a:t>
            </a:r>
            <a:r>
              <a:rPr lang="pl-PL" sz="2000" dirty="0"/>
              <a:t>:</a:t>
            </a:r>
          </a:p>
          <a:p>
            <a:r>
              <a:rPr lang="pl-PL" sz="2000" dirty="0"/>
              <a:t> </a:t>
            </a:r>
            <a:r>
              <a:rPr lang="en-US" sz="2000" dirty="0"/>
              <a:t>UCI SMS Spam Collection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660797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CF2CF67F-EDCD-DE50-E710-3C9F1F181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372" y="743527"/>
            <a:ext cx="7772400" cy="585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657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1A1FA41-E1D1-43CF-8B3B-5E6140890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C2D84B-6969-4F00-BEBA-81C2EBCD3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D282BE-4461-4794-89A5-394723CDF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1"/>
            <a:ext cx="3354572" cy="4114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DF20D22-AF32-29C9-1866-57B9939B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115" y="1808855"/>
            <a:ext cx="2552956" cy="3240290"/>
          </a:xfrm>
        </p:spPr>
        <p:txBody>
          <a:bodyPr>
            <a:normAutofit/>
          </a:bodyPr>
          <a:lstStyle/>
          <a:p>
            <a:pPr algn="ctr"/>
            <a:r>
              <a:rPr lang="pl-PL" sz="3200" dirty="0"/>
              <a:t>Metodologia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929B5F6-1111-892F-216A-2C38F565801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53480" y="2222468"/>
            <a:ext cx="2876665" cy="2764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pl-PL" sz="1600" b="1" dirty="0"/>
              <a:t>Modele: </a:t>
            </a:r>
          </a:p>
          <a:p>
            <a:r>
              <a:rPr lang="pl-PL" sz="1600" dirty="0" err="1"/>
              <a:t>Multinominal</a:t>
            </a:r>
            <a:r>
              <a:rPr lang="pl-PL" sz="1600" dirty="0"/>
              <a:t> </a:t>
            </a:r>
            <a:r>
              <a:rPr lang="pl-PL" sz="1600" dirty="0" err="1"/>
              <a:t>Naive</a:t>
            </a:r>
            <a:r>
              <a:rPr lang="pl-PL" sz="1600" dirty="0"/>
              <a:t> Bayes,</a:t>
            </a:r>
          </a:p>
          <a:p>
            <a:r>
              <a:rPr lang="pl-PL" sz="1600" dirty="0" err="1"/>
              <a:t>Custom</a:t>
            </a:r>
            <a:r>
              <a:rPr lang="pl-PL" sz="1600" dirty="0"/>
              <a:t> </a:t>
            </a:r>
            <a:r>
              <a:rPr lang="pl-PL" sz="1600" dirty="0" err="1"/>
              <a:t>Naive</a:t>
            </a:r>
            <a:r>
              <a:rPr lang="pl-PL" sz="1600" dirty="0"/>
              <a:t> Bayes</a:t>
            </a:r>
          </a:p>
          <a:p>
            <a:r>
              <a:rPr lang="pl-PL" sz="1600" dirty="0" err="1"/>
              <a:t>Logistic</a:t>
            </a:r>
            <a:r>
              <a:rPr lang="pl-PL" sz="1600" dirty="0"/>
              <a:t> </a:t>
            </a:r>
            <a:r>
              <a:rPr lang="pl-PL" sz="1600" dirty="0" err="1"/>
              <a:t>Regression</a:t>
            </a:r>
            <a:r>
              <a:rPr lang="pl-PL" sz="1600" dirty="0"/>
              <a:t>, </a:t>
            </a:r>
          </a:p>
          <a:p>
            <a:r>
              <a:rPr lang="pl-PL" sz="1600" dirty="0" err="1"/>
              <a:t>LinearSVM</a:t>
            </a:r>
            <a:r>
              <a:rPr lang="pl-PL" sz="1600" dirty="0"/>
              <a:t>.</a:t>
            </a:r>
          </a:p>
          <a:p>
            <a:r>
              <a:rPr lang="pl-PL" sz="1600" dirty="0" err="1"/>
              <a:t>Random</a:t>
            </a:r>
            <a:r>
              <a:rPr lang="pl-PL" sz="1600" dirty="0"/>
              <a:t> </a:t>
            </a:r>
            <a:r>
              <a:rPr lang="pl-PL" sz="1600" dirty="0" err="1"/>
              <a:t>Forest</a:t>
            </a:r>
            <a:endParaRPr lang="pl-PL" sz="1600" dirty="0"/>
          </a:p>
          <a:p>
            <a:r>
              <a:rPr lang="pl-PL" sz="1600" dirty="0"/>
              <a:t>Gradient </a:t>
            </a:r>
            <a:r>
              <a:rPr lang="pl-PL" sz="1600" dirty="0" err="1"/>
              <a:t>Boosting</a:t>
            </a:r>
            <a:endParaRPr lang="pl-PL" sz="1600" dirty="0"/>
          </a:p>
          <a:p>
            <a:r>
              <a:rPr lang="pl-PL" sz="1600" dirty="0" err="1"/>
              <a:t>Voting</a:t>
            </a:r>
            <a:r>
              <a:rPr lang="pl-PL" sz="1600" dirty="0"/>
              <a:t> </a:t>
            </a:r>
            <a:r>
              <a:rPr lang="pl-PL" sz="1600" dirty="0" err="1"/>
              <a:t>Classifier</a:t>
            </a:r>
            <a:endParaRPr lang="pl-PL" sz="16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8677DD6-CB4D-97E6-2705-8F02DAEE54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7422054"/>
              </p:ext>
            </p:extLst>
          </p:nvPr>
        </p:nvGraphicFramePr>
        <p:xfrm>
          <a:off x="6477000" y="1313787"/>
          <a:ext cx="5451764" cy="766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pole tekstowe 5">
            <a:extLst>
              <a:ext uri="{FF2B5EF4-FFF2-40B4-BE49-F238E27FC236}">
                <a16:creationId xmlns:a16="http://schemas.microsoft.com/office/drawing/2014/main" id="{6129394C-738B-A5D2-8C36-B2453F8964AA}"/>
              </a:ext>
            </a:extLst>
          </p:cNvPr>
          <p:cNvSpPr txBox="1"/>
          <p:nvPr/>
        </p:nvSpPr>
        <p:spPr>
          <a:xfrm>
            <a:off x="6477000" y="771436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/>
              <a:t>Pipeline</a:t>
            </a:r>
            <a:r>
              <a:rPr lang="pl-PL" sz="2000" b="1" dirty="0"/>
              <a:t>: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337DC34-F7F8-C927-65BD-295566947198}"/>
              </a:ext>
            </a:extLst>
          </p:cNvPr>
          <p:cNvSpPr txBox="1"/>
          <p:nvPr/>
        </p:nvSpPr>
        <p:spPr>
          <a:xfrm>
            <a:off x="9287625" y="2222468"/>
            <a:ext cx="22305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Metryki: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accuracy</a:t>
            </a:r>
            <a:r>
              <a:rPr lang="pl-PL" dirty="0"/>
              <a:t>,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precision,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recall</a:t>
            </a:r>
            <a:r>
              <a:rPr lang="pl-PL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F1 –</a:t>
            </a:r>
            <a:r>
              <a:rPr lang="pl-PL" dirty="0" err="1"/>
              <a:t>score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ROC/AUC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Macierz pomyłek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GridSearchCV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0235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65C6A-7FCE-D722-FF49-BF821469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7D8187B-7763-8731-2D99-3344BCA2B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3B1A11-E2A2-F152-65C7-8CA7C82CB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"/>
            <a:ext cx="121920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E88D6A-3B21-1CC1-356A-DF573956F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8" y="685799"/>
            <a:ext cx="10820400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02B2EB5-0F15-C522-155B-BF25C0855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700" y="72542"/>
            <a:ext cx="9016409" cy="712699"/>
          </a:xfrm>
        </p:spPr>
        <p:txBody>
          <a:bodyPr anchor="ctr">
            <a:normAutofit/>
          </a:bodyPr>
          <a:lstStyle/>
          <a:p>
            <a:pPr algn="ctr"/>
            <a:r>
              <a:rPr lang="pl-PL" sz="3200" dirty="0"/>
              <a:t>Wyniki</a:t>
            </a:r>
          </a:p>
        </p:txBody>
      </p:sp>
      <p:sp>
        <p:nvSpPr>
          <p:cNvPr id="4" name="Symbol zastępczy zawartości 4">
            <a:extLst>
              <a:ext uri="{FF2B5EF4-FFF2-40B4-BE49-F238E27FC236}">
                <a16:creationId xmlns:a16="http://schemas.microsoft.com/office/drawing/2014/main" id="{A6441FBA-0F43-A6FF-6CD7-E218B542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7453" y="1597381"/>
            <a:ext cx="2425261" cy="3653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000" dirty="0"/>
              <a:t>Artykułu bazowego:</a:t>
            </a:r>
          </a:p>
        </p:txBody>
      </p:sp>
      <p:sp>
        <p:nvSpPr>
          <p:cNvPr id="6" name="Symbol zastępczy zawartości 4">
            <a:extLst>
              <a:ext uri="{FF2B5EF4-FFF2-40B4-BE49-F238E27FC236}">
                <a16:creationId xmlns:a16="http://schemas.microsoft.com/office/drawing/2014/main" id="{216FEBA1-6898-D8A1-5E06-D821E3123AD2}"/>
              </a:ext>
            </a:extLst>
          </p:cNvPr>
          <p:cNvSpPr txBox="1">
            <a:spLocks/>
          </p:cNvSpPr>
          <p:nvPr/>
        </p:nvSpPr>
        <p:spPr>
          <a:xfrm>
            <a:off x="1427452" y="3689652"/>
            <a:ext cx="2425261" cy="3653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l-PL" sz="2000" dirty="0"/>
              <a:t>Artykułu własnego: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EA6D431-8547-40AA-7DF9-3346F5FEC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904" y="1469893"/>
            <a:ext cx="5211613" cy="204197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FD9F31DA-22D6-07E6-47C6-E5B6B0751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6579" y="3872334"/>
            <a:ext cx="6209619" cy="204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6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3CB4E657-415E-DB7E-C1C4-C069F06CD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54" y="258651"/>
            <a:ext cx="10668000" cy="634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540BE16D-041C-1BAB-6658-32C5C35B9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702" y="493567"/>
            <a:ext cx="4621877" cy="2166505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E61D58C6-0D0B-2E4C-7D43-118DFB9DE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890" y="3531178"/>
            <a:ext cx="6516487" cy="283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061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73607-550A-F95B-46DC-1B3787237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6604AF4-AEF7-4020-93AD-C74808D17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B65AB2-AC18-4139-B8BE-52452A25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"/>
            <a:ext cx="121920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9A5304-EF26-47F3-9CB7-ED121FC74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8" y="685799"/>
            <a:ext cx="10820400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52EB5BCF-74CE-7ACE-DB0B-F85EA8F70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14137"/>
            <a:ext cx="3694707" cy="3242224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34428DDB-7FCF-5B99-0ADE-416B15C45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3610"/>
            <a:ext cx="3696277" cy="3242224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58063D21-F7E1-2E4A-A514-D9A236047D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790" y="-14139"/>
            <a:ext cx="3694707" cy="3240847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26D5B5F5-92F2-6207-3606-86FCF07C8E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54" y="3480257"/>
            <a:ext cx="3850776" cy="3377744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8CD601C2-12A8-9C96-5B0F-4A6D5D625E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7298" y="-14139"/>
            <a:ext cx="3693136" cy="3240846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03BED61B-DD49-4DB4-3745-8335F97D13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2676" y="3587745"/>
            <a:ext cx="3726648" cy="327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05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F1DF24B4-2930-8BFD-6B35-0EB5998CC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489" y="217054"/>
            <a:ext cx="8543022" cy="61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95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7903BC02-2059-ADF6-0177-95979D288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441" y="215900"/>
            <a:ext cx="5727700" cy="64262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9E23EDC4-98D4-260C-802C-3159A263A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59" y="167409"/>
            <a:ext cx="5893561" cy="3731491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58D6108F-77DD-3F0C-E01B-0D38A21A47D5}"/>
              </a:ext>
            </a:extLst>
          </p:cNvPr>
          <p:cNvSpPr txBox="1"/>
          <p:nvPr/>
        </p:nvSpPr>
        <p:spPr>
          <a:xfrm>
            <a:off x="448329" y="4364180"/>
            <a:ext cx="5611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Custom</a:t>
            </a:r>
            <a:r>
              <a:rPr lang="pl-PL" dirty="0"/>
              <a:t> </a:t>
            </a:r>
            <a:r>
              <a:rPr lang="pl-PL" dirty="0" err="1"/>
              <a:t>Multinomial</a:t>
            </a:r>
            <a:r>
              <a:rPr lang="pl-PL" dirty="0"/>
              <a:t> NB osiągnął </a:t>
            </a:r>
            <a:r>
              <a:rPr lang="pl-PL" dirty="0" err="1"/>
              <a:t>accuracy</a:t>
            </a:r>
            <a:r>
              <a:rPr lang="pl-PL" dirty="0"/>
              <a:t> = 0.981, precision = 0.910, </a:t>
            </a:r>
            <a:r>
              <a:rPr lang="pl-PL" dirty="0" err="1"/>
              <a:t>recall</a:t>
            </a:r>
            <a:r>
              <a:rPr lang="pl-PL" dirty="0"/>
              <a:t> = 0.953 oraz F1-score = 0.931, co wskazuje na wysoką zdolność modelu do poprawnej klasyfikacji wiadomości spam i non-spam.</a:t>
            </a:r>
          </a:p>
        </p:txBody>
      </p:sp>
    </p:spTree>
    <p:extLst>
      <p:ext uri="{BB962C8B-B14F-4D97-AF65-F5344CB8AC3E}">
        <p14:creationId xmlns:p14="http://schemas.microsoft.com/office/powerpoint/2010/main" val="1053577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CB687-B2B5-6C8E-392C-866EC46BC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976A0CB8-4D06-3C98-CF5B-8D48625AF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02F780D8-2CE4-BB0D-50CF-53773F71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94E3E07-FF58-5E9D-5A3D-EA3BF90A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119310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pl-PL" sz="3200" dirty="0"/>
              <a:t>Porównanie z artykułem bazowym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67BC14AD-82D4-5106-930B-A7D01EC06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B008EB8-97DE-DDF2-2685-6704E7B5B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081320"/>
              </p:ext>
            </p:extLst>
          </p:nvPr>
        </p:nvGraphicFramePr>
        <p:xfrm>
          <a:off x="2034242" y="2341418"/>
          <a:ext cx="8119732" cy="42177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59866">
                  <a:extLst>
                    <a:ext uri="{9D8B030D-6E8A-4147-A177-3AD203B41FA5}">
                      <a16:colId xmlns:a16="http://schemas.microsoft.com/office/drawing/2014/main" val="707987666"/>
                    </a:ext>
                  </a:extLst>
                </a:gridCol>
                <a:gridCol w="4059866">
                  <a:extLst>
                    <a:ext uri="{9D8B030D-6E8A-4147-A177-3AD203B41FA5}">
                      <a16:colId xmlns:a16="http://schemas.microsoft.com/office/drawing/2014/main" val="2172327744"/>
                    </a:ext>
                  </a:extLst>
                </a:gridCol>
              </a:tblGrid>
              <a:tr h="759376">
                <a:tc>
                  <a:txBody>
                    <a:bodyPr/>
                    <a:lstStyle/>
                    <a:p>
                      <a:pPr algn="ctr"/>
                      <a:r>
                        <a:rPr lang="pl-PL" sz="2000" dirty="0"/>
                        <a:t>Artykuł bazowy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dirty="0"/>
                        <a:t>Artykuł własny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068277"/>
                  </a:ext>
                </a:extLst>
              </a:tr>
              <a:tr h="494748"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RVM, SVM, Naive Bayes, KNN</a:t>
                      </a:r>
                      <a:endParaRPr lang="pl-P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800" dirty="0" err="1"/>
                        <a:t>Multinominal</a:t>
                      </a:r>
                      <a:r>
                        <a:rPr lang="pl-PL" sz="1800" dirty="0"/>
                        <a:t> </a:t>
                      </a:r>
                      <a:r>
                        <a:rPr lang="pl-PL" sz="1800" dirty="0" err="1"/>
                        <a:t>Naive</a:t>
                      </a:r>
                      <a:r>
                        <a:rPr lang="pl-PL" sz="1800" dirty="0"/>
                        <a:t> Bayes, </a:t>
                      </a:r>
                      <a:r>
                        <a:rPr lang="pl-PL" sz="1800" dirty="0" err="1"/>
                        <a:t>Logistic</a:t>
                      </a:r>
                      <a:r>
                        <a:rPr lang="pl-PL" sz="1800" dirty="0"/>
                        <a:t> </a:t>
                      </a:r>
                      <a:r>
                        <a:rPr lang="pl-PL" sz="1800" dirty="0" err="1"/>
                        <a:t>Regression</a:t>
                      </a:r>
                      <a:r>
                        <a:rPr lang="pl-PL" sz="1800" dirty="0"/>
                        <a:t>,  </a:t>
                      </a:r>
                      <a:r>
                        <a:rPr lang="pl-PL" sz="1800" dirty="0" err="1"/>
                        <a:t>LinearSVM</a:t>
                      </a:r>
                      <a:r>
                        <a:rPr lang="pl-PL" sz="1800" dirty="0"/>
                        <a:t> , </a:t>
                      </a:r>
                      <a:r>
                        <a:rPr lang="pl-PL" sz="1800" dirty="0" err="1"/>
                        <a:t>Random</a:t>
                      </a:r>
                      <a:r>
                        <a:rPr lang="pl-PL" sz="1800" dirty="0"/>
                        <a:t> </a:t>
                      </a:r>
                      <a:r>
                        <a:rPr lang="pl-PL" sz="1800" dirty="0" err="1"/>
                        <a:t>Forest</a:t>
                      </a:r>
                      <a:r>
                        <a:rPr lang="pl-PL" sz="1800" dirty="0"/>
                        <a:t>, Gradient </a:t>
                      </a:r>
                      <a:r>
                        <a:rPr lang="pl-PL" sz="1800" dirty="0" err="1"/>
                        <a:t>Boosting</a:t>
                      </a:r>
                      <a:r>
                        <a:rPr lang="pl-PL" sz="1800" dirty="0"/>
                        <a:t>, </a:t>
                      </a:r>
                      <a:r>
                        <a:rPr lang="pl-PL" sz="1800" dirty="0" err="1"/>
                        <a:t>Voting</a:t>
                      </a:r>
                      <a:r>
                        <a:rPr lang="pl-PL" sz="1800" dirty="0"/>
                        <a:t> </a:t>
                      </a:r>
                      <a:r>
                        <a:rPr lang="pl-PL" sz="1800" dirty="0" err="1"/>
                        <a:t>Classifier</a:t>
                      </a:r>
                      <a:endParaRPr lang="pl-PL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548175"/>
                  </a:ext>
                </a:extLst>
              </a:tr>
              <a:tr h="494748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TF-IDF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TF-IDF z </a:t>
                      </a:r>
                      <a:r>
                        <a:rPr lang="pl-PL" dirty="0" err="1"/>
                        <a:t>unigramami</a:t>
                      </a:r>
                      <a:r>
                        <a:rPr lang="pl-PL" dirty="0"/>
                        <a:t> i </a:t>
                      </a:r>
                      <a:r>
                        <a:rPr lang="pl-PL" dirty="0" err="1"/>
                        <a:t>bigramami</a:t>
                      </a:r>
                      <a:endParaRPr lang="pl-P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3461928"/>
                  </a:ext>
                </a:extLst>
              </a:tr>
              <a:tr h="494748">
                <a:tc>
                  <a:txBody>
                    <a:bodyPr/>
                    <a:lstStyle/>
                    <a:p>
                      <a:pPr algn="ctr"/>
                      <a:r>
                        <a:rPr lang="pl-PL" dirty="0" err="1"/>
                        <a:t>Majority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Voting</a:t>
                      </a:r>
                      <a:endParaRPr lang="pl-P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użyto </a:t>
                      </a:r>
                      <a:r>
                        <a:rPr lang="pl-PL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class_weight</a:t>
                      </a:r>
                      <a:r>
                        <a:rPr lang="pl-PL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pl-PL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balanced</a:t>
                      </a:r>
                      <a:r>
                        <a:rPr lang="pl-PL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endParaRPr lang="pl-P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558847"/>
                  </a:ext>
                </a:extLst>
              </a:tr>
              <a:tr h="494748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Najlepszy wynik: RVM, </a:t>
                      </a:r>
                    </a:p>
                    <a:p>
                      <a:pPr algn="ctr"/>
                      <a:r>
                        <a:rPr lang="pl-PL" dirty="0"/>
                        <a:t>F1-score = 0.975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najlepszy wynik: </a:t>
                      </a:r>
                      <a:r>
                        <a:rPr lang="pl-PL" dirty="0" err="1"/>
                        <a:t>Linear</a:t>
                      </a:r>
                      <a:r>
                        <a:rPr lang="pl-PL" dirty="0"/>
                        <a:t> SVM</a:t>
                      </a:r>
                      <a:br>
                        <a:rPr lang="pl-PL" dirty="0"/>
                      </a:br>
                      <a:r>
                        <a:rPr lang="pl-PL" dirty="0"/>
                        <a:t>F1-score = 0.955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139315"/>
                  </a:ext>
                </a:extLst>
              </a:tr>
              <a:tr h="494748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ograniczenia: długi czas trenowania RVM, jeden </a:t>
                      </a:r>
                      <a:r>
                        <a:rPr lang="pl-PL" dirty="0" err="1"/>
                        <a:t>dataset</a:t>
                      </a:r>
                      <a:endParaRPr lang="pl-P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prostsza implementacja i niższy koszt obliczeniowy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938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026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13CB3-F6FA-A285-75D7-BB6E1488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322834AA-DA21-F3F8-D9DE-FBCADE593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FFD31684-82C2-E3B0-36BC-1F2121D1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19634BD-D087-2955-B5FC-7CDDE65F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119310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pl-PL" sz="3200" dirty="0"/>
              <a:t>Wnioski  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0B041BA-4CE8-3227-ACB6-B725F2DD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88D9831-DEDB-CADF-F84B-C19D1393525C}"/>
              </a:ext>
            </a:extLst>
          </p:cNvPr>
          <p:cNvSpPr txBox="1"/>
          <p:nvPr/>
        </p:nvSpPr>
        <p:spPr>
          <a:xfrm>
            <a:off x="2129168" y="2877886"/>
            <a:ext cx="79298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b="1" dirty="0"/>
              <a:t>Najważniejsze wnioski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Najwyższą skuteczność osiągnął model </a:t>
            </a:r>
            <a:r>
              <a:rPr lang="pl-PL" sz="2000" b="1" dirty="0" err="1"/>
              <a:t>Linear</a:t>
            </a:r>
            <a:r>
              <a:rPr lang="pl-PL" sz="2000" b="1" dirty="0"/>
              <a:t> SVM</a:t>
            </a:r>
            <a:r>
              <a:rPr lang="pl-PL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Model </a:t>
            </a:r>
            <a:r>
              <a:rPr lang="pl-PL" sz="2000" b="1" dirty="0" err="1"/>
              <a:t>Logistic</a:t>
            </a:r>
            <a:r>
              <a:rPr lang="pl-PL" sz="2000" b="1" dirty="0"/>
              <a:t> </a:t>
            </a:r>
            <a:r>
              <a:rPr lang="pl-PL" sz="2000" b="1" dirty="0" err="1"/>
              <a:t>Regression</a:t>
            </a:r>
            <a:r>
              <a:rPr lang="pl-PL" sz="2000" dirty="0"/>
              <a:t> uzyskał wyniki zbliżone do SVM przy prostszej interpretacji modelu.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Model </a:t>
            </a:r>
            <a:r>
              <a:rPr lang="pl-PL" sz="2000" b="1" dirty="0" err="1"/>
              <a:t>Multinomial</a:t>
            </a:r>
            <a:r>
              <a:rPr lang="pl-PL" sz="2000" b="1" dirty="0"/>
              <a:t> </a:t>
            </a:r>
            <a:r>
              <a:rPr lang="pl-PL" sz="2000" b="1" dirty="0" err="1"/>
              <a:t>Naive</a:t>
            </a:r>
            <a:r>
              <a:rPr lang="pl-PL" sz="2000" b="1" dirty="0"/>
              <a:t> Bayes</a:t>
            </a:r>
            <a:r>
              <a:rPr lang="pl-PL" sz="2000" dirty="0"/>
              <a:t> osiągnął bardzo wysoką wartość precision, jednak niższy </a:t>
            </a:r>
            <a:r>
              <a:rPr lang="pl-PL" sz="2000" dirty="0" err="1"/>
              <a:t>recall</a:t>
            </a:r>
            <a:r>
              <a:rPr lang="pl-PL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Reprezentacja </a:t>
            </a:r>
            <a:r>
              <a:rPr lang="pl-PL" sz="2000" b="1" dirty="0"/>
              <a:t>TF-IDF</a:t>
            </a:r>
            <a:r>
              <a:rPr lang="pl-PL" sz="2000" dirty="0"/>
              <a:t> okazała się skuteczniejsza niż </a:t>
            </a:r>
            <a:r>
              <a:rPr lang="pl-PL" sz="2000" dirty="0" err="1"/>
              <a:t>CountVectorizer</a:t>
            </a:r>
            <a:r>
              <a:rPr lang="pl-PL" sz="2000" dirty="0"/>
              <a:t> w klasyfikacji krótkich wiadomości SMS.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Klasyczne modele uczenia maszynowego nadal osiągają bardzo wysoką skuteczność w detekcji spamu SMS.</a:t>
            </a:r>
          </a:p>
        </p:txBody>
      </p:sp>
    </p:spTree>
    <p:extLst>
      <p:ext uri="{BB962C8B-B14F-4D97-AF65-F5344CB8AC3E}">
        <p14:creationId xmlns:p14="http://schemas.microsoft.com/office/powerpoint/2010/main" val="1551345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8DDC1-A600-EDF0-CDE2-612929A7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A1A31CBF-AF65-820C-8E94-1BC99DD56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89ECDDF-5B80-68BA-080E-62DCC9FEF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8C6029A-F676-0E8E-7224-3A5093424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119310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pl-PL" sz="3200" dirty="0"/>
              <a:t>Dalsze prace i podsumowanie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FA34A0A2-2DA0-EB1B-8A01-826910EBB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55B8D37-89B7-16B8-30FA-5FFAE0EA4C0C}"/>
              </a:ext>
            </a:extLst>
          </p:cNvPr>
          <p:cNvSpPr txBox="1"/>
          <p:nvPr/>
        </p:nvSpPr>
        <p:spPr>
          <a:xfrm>
            <a:off x="1371600" y="2557656"/>
            <a:ext cx="7701280" cy="2356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dirty="0"/>
              <a:t>testy na większych zbiorach danych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dirty="0"/>
              <a:t>analiza wiadomości w języku polskim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dirty="0"/>
              <a:t>porównanie z modelami LSTM i BERT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dirty="0"/>
              <a:t>sprawdzenie innych reprezentacji tekstu, np. </a:t>
            </a:r>
            <a:r>
              <a:rPr lang="pl-PL" sz="2000" dirty="0" err="1"/>
              <a:t>word</a:t>
            </a:r>
            <a:r>
              <a:rPr lang="pl-PL" sz="2000" dirty="0"/>
              <a:t> </a:t>
            </a:r>
            <a:r>
              <a:rPr lang="pl-PL" sz="2000" dirty="0" err="1"/>
              <a:t>embeddings</a:t>
            </a:r>
            <a:r>
              <a:rPr lang="pl-PL" sz="20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dirty="0"/>
              <a:t>analiza czasu trenowania modeli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1C5EDAB-DE3A-3AC5-A54C-54C43611A0B9}"/>
              </a:ext>
            </a:extLst>
          </p:cNvPr>
          <p:cNvSpPr txBox="1"/>
          <p:nvPr/>
        </p:nvSpPr>
        <p:spPr>
          <a:xfrm>
            <a:off x="1371600" y="5035239"/>
            <a:ext cx="90525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Podsumowanie:</a:t>
            </a:r>
          </a:p>
          <a:p>
            <a:r>
              <a:rPr lang="pl-PL" sz="2000" dirty="0"/>
              <a:t>Klasyczne modele, szczególnie </a:t>
            </a:r>
            <a:r>
              <a:rPr lang="pl-PL" sz="2000" dirty="0" err="1"/>
              <a:t>Linear</a:t>
            </a:r>
            <a:r>
              <a:rPr lang="pl-PL" sz="2000" dirty="0"/>
              <a:t> SVM, mogą być skutecznym i prostym rozwiązaniem do wykrywania spamu SMS.</a:t>
            </a:r>
          </a:p>
        </p:txBody>
      </p:sp>
    </p:spTree>
    <p:extLst>
      <p:ext uri="{BB962C8B-B14F-4D97-AF65-F5344CB8AC3E}">
        <p14:creationId xmlns:p14="http://schemas.microsoft.com/office/powerpoint/2010/main" val="516047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6DB24-CD76-D9EA-FF7E-D1F698301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C81CF6F-3A65-3D91-C88D-44A652033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987501-E5E7-DBC7-7B89-16CF6C33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89E1D3-92A0-EB02-6532-D9173388A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2633EE1-DC2F-B64E-E2B4-4F4D493A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227" y="2984820"/>
            <a:ext cx="8959893" cy="888360"/>
          </a:xfrm>
        </p:spPr>
        <p:txBody>
          <a:bodyPr anchor="ctr">
            <a:normAutofit/>
          </a:bodyPr>
          <a:lstStyle/>
          <a:p>
            <a:pPr algn="ctr"/>
            <a:r>
              <a:rPr lang="pl-PL" sz="4000" dirty="0"/>
              <a:t>Dziękujemy za uwagę</a:t>
            </a:r>
          </a:p>
        </p:txBody>
      </p:sp>
    </p:spTree>
    <p:extLst>
      <p:ext uri="{BB962C8B-B14F-4D97-AF65-F5344CB8AC3E}">
        <p14:creationId xmlns:p14="http://schemas.microsoft.com/office/powerpoint/2010/main" val="179494239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196F983572954DA9FECDA9F08E9276" ma:contentTypeVersion="12" ma:contentTypeDescription="Utwórz nowy dokument." ma:contentTypeScope="" ma:versionID="511fd6722944038efa323825da33d20d">
  <xsd:schema xmlns:xsd="http://www.w3.org/2001/XMLSchema" xmlns:xs="http://www.w3.org/2001/XMLSchema" xmlns:p="http://schemas.microsoft.com/office/2006/metadata/properties" xmlns:ns3="f1336d2e-33f9-4e3b-88e1-0bcd07c3dc8e" xmlns:ns4="46dacc3e-edde-40e8-a3de-ab749b3528f1" targetNamespace="http://schemas.microsoft.com/office/2006/metadata/properties" ma:root="true" ma:fieldsID="fd92150f3a1dee5284fb69447669070d" ns3:_="" ns4:_="">
    <xsd:import namespace="f1336d2e-33f9-4e3b-88e1-0bcd07c3dc8e"/>
    <xsd:import namespace="46dacc3e-edde-40e8-a3de-ab749b3528f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36d2e-33f9-4e3b-88e1-0bcd07c3dc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acc3e-edde-40e8-a3de-ab749b3528f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krót wskazówki dotyczącej udostępniani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336d2e-33f9-4e3b-88e1-0bcd07c3dc8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7221F0-394D-43FB-B4A2-0C1DE562FA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336d2e-33f9-4e3b-88e1-0bcd07c3dc8e"/>
    <ds:schemaRef ds:uri="46dacc3e-edde-40e8-a3de-ab749b3528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54C0BC-FC61-4CB5-AEB4-F3DB20FCE3E9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46dacc3e-edde-40e8-a3de-ab749b3528f1"/>
    <ds:schemaRef ds:uri="f1336d2e-33f9-4e3b-88e1-0bcd07c3dc8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6C40783-F901-4F5C-BE44-B38F7396F6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2472</TotalTime>
  <Words>527</Words>
  <Application>Microsoft Macintosh PowerPoint</Application>
  <PresentationFormat>Panoramiczny</PresentationFormat>
  <Paragraphs>110</Paragraphs>
  <Slides>16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Motyw pakietu Office</vt:lpstr>
      <vt:lpstr>Analiza skuteczności klasycznych algorytmów klasyfikacji tekstu w wykrywaniu wiadomości spam SMS</vt:lpstr>
      <vt:lpstr>Dane o czasopiśmie i artykule</vt:lpstr>
      <vt:lpstr>Problem badawczy i cel</vt:lpstr>
      <vt:lpstr>Materiał badawczy  i  preprocessing </vt:lpstr>
      <vt:lpstr>Prezentacja programu PowerPoint</vt:lpstr>
      <vt:lpstr>Metodologia</vt:lpstr>
      <vt:lpstr>Wyniki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Porównanie z artykułem bazowym</vt:lpstr>
      <vt:lpstr>Wnioski  </vt:lpstr>
      <vt:lpstr>Dalsze prace i podsumowanie</vt:lpstr>
      <vt:lpstr>Dziękujemy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Ewa Maria Górska</dc:creator>
  <cp:lastModifiedBy>Martyna  Gęca</cp:lastModifiedBy>
  <cp:revision>10</cp:revision>
  <dcterms:created xsi:type="dcterms:W3CDTF">2026-05-04T16:03:38Z</dcterms:created>
  <dcterms:modified xsi:type="dcterms:W3CDTF">2026-06-08T07:44:37Z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0x010100C5196F983572954DA9FECDA9F08E9276</vt:lpwstr>
  </property>
</Properties>
</file>